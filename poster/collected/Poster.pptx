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
  </p:notesMasterIdLst>
  <p:sldIdLst>
    <p:sldId id="261" r:id="rId2"/>
    <p:sldId id="265" r:id="rId3"/>
  </p:sldIdLst>
  <p:sldSz cx="251460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792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jQQ7zAmK6O1enkDrNc3CQdu8Qhj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2FA"/>
    <a:srgbClr val="FFFFFF"/>
    <a:srgbClr val="F0F1FA"/>
    <a:srgbClr val="F0F1F3"/>
    <a:srgbClr val="404343"/>
    <a:srgbClr val="FFF0F8"/>
    <a:srgbClr val="F1F8FF"/>
    <a:srgbClr val="ECF7F8"/>
    <a:srgbClr val="FAFFFF"/>
    <a:srgbClr val="F0F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47E40B8-7D57-480E-9B0A-5941BD07CCE5}">
  <a:tblStyle styleId="{C47E40B8-7D57-480E-9B0A-5941BD07CCE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72" autoAdjust="0"/>
    <p:restoredTop sz="94660"/>
  </p:normalViewPr>
  <p:slideViewPr>
    <p:cSldViewPr snapToGrid="0">
      <p:cViewPr>
        <p:scale>
          <a:sx n="50" d="100"/>
          <a:sy n="50" d="100"/>
        </p:scale>
        <p:origin x="29" y="77"/>
      </p:cViewPr>
      <p:guideLst>
        <p:guide orient="horz" pos="10368"/>
        <p:guide pos="79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11" Type="http://customschemas.google.com/relationships/presentationmetadata" Target="metadata"/><Relationship Id="rId15" Type="http://schemas.openxmlformats.org/officeDocument/2006/relationships/tableStyles" Target="tableStyles.xml"/><Relationship Id="rId4" Type="http://schemas.openxmlformats.org/officeDocument/2006/relationships/notesMaster" Target="notesMasters/notesMaster1.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49488" y="1143000"/>
            <a:ext cx="23590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828"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2ac60abedf_0_104:notes"/>
          <p:cNvSpPr>
            <a:spLocks noGrp="1" noRot="1" noChangeAspect="1"/>
          </p:cNvSpPr>
          <p:nvPr>
            <p:ph type="sldImg" idx="2"/>
          </p:nvPr>
        </p:nvSpPr>
        <p:spPr>
          <a:xfrm>
            <a:off x="2249488" y="1143000"/>
            <a:ext cx="23590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2ac60abedf_0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7" name="Google Shape;197;g32ac60abedf_0_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3557582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2ac60abedf_0_104:notes"/>
          <p:cNvSpPr>
            <a:spLocks noGrp="1" noRot="1" noChangeAspect="1"/>
          </p:cNvSpPr>
          <p:nvPr>
            <p:ph type="sldImg" idx="2"/>
          </p:nvPr>
        </p:nvSpPr>
        <p:spPr>
          <a:xfrm>
            <a:off x="2249488" y="1143000"/>
            <a:ext cx="23590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2ac60abedf_0_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7" name="Google Shape;197;g32ac60abedf_0_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209542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885950" y="5387342"/>
            <a:ext cx="2137410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6500"/>
              <a:buFont typeface="Calibri"/>
              <a:buNone/>
              <a:defRPr sz="16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3143250" y="17289782"/>
            <a:ext cx="188595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2750"/>
              </a:spcBef>
              <a:spcAft>
                <a:spcPts val="0"/>
              </a:spcAft>
              <a:buClr>
                <a:schemeClr val="dk1"/>
              </a:buClr>
              <a:buSzPts val="6600"/>
              <a:buNone/>
              <a:defRPr sz="6600"/>
            </a:lvl1pPr>
            <a:lvl2pPr lvl="1" algn="ctr">
              <a:lnSpc>
                <a:spcPct val="90000"/>
              </a:lnSpc>
              <a:spcBef>
                <a:spcPts val="1375"/>
              </a:spcBef>
              <a:spcAft>
                <a:spcPts val="0"/>
              </a:spcAft>
              <a:buClr>
                <a:schemeClr val="dk1"/>
              </a:buClr>
              <a:buSzPts val="5500"/>
              <a:buNone/>
              <a:defRPr sz="5500"/>
            </a:lvl2pPr>
            <a:lvl3pPr lvl="2" algn="ctr">
              <a:lnSpc>
                <a:spcPct val="90000"/>
              </a:lnSpc>
              <a:spcBef>
                <a:spcPts val="1375"/>
              </a:spcBef>
              <a:spcAft>
                <a:spcPts val="0"/>
              </a:spcAft>
              <a:buClr>
                <a:schemeClr val="dk1"/>
              </a:buClr>
              <a:buSzPts val="4950"/>
              <a:buNone/>
              <a:defRPr sz="4950"/>
            </a:lvl3pPr>
            <a:lvl4pPr lvl="3" algn="ctr">
              <a:lnSpc>
                <a:spcPct val="90000"/>
              </a:lnSpc>
              <a:spcBef>
                <a:spcPts val="1375"/>
              </a:spcBef>
              <a:spcAft>
                <a:spcPts val="0"/>
              </a:spcAft>
              <a:buClr>
                <a:schemeClr val="dk1"/>
              </a:buClr>
              <a:buSzPts val="4400"/>
              <a:buNone/>
              <a:defRPr sz="4400"/>
            </a:lvl4pPr>
            <a:lvl5pPr lvl="4" algn="ctr">
              <a:lnSpc>
                <a:spcPct val="90000"/>
              </a:lnSpc>
              <a:spcBef>
                <a:spcPts val="1375"/>
              </a:spcBef>
              <a:spcAft>
                <a:spcPts val="0"/>
              </a:spcAft>
              <a:buClr>
                <a:schemeClr val="dk1"/>
              </a:buClr>
              <a:buSzPts val="4400"/>
              <a:buNone/>
              <a:defRPr sz="4400"/>
            </a:lvl5pPr>
            <a:lvl6pPr lvl="5" algn="ctr">
              <a:lnSpc>
                <a:spcPct val="90000"/>
              </a:lnSpc>
              <a:spcBef>
                <a:spcPts val="1375"/>
              </a:spcBef>
              <a:spcAft>
                <a:spcPts val="0"/>
              </a:spcAft>
              <a:buClr>
                <a:schemeClr val="dk1"/>
              </a:buClr>
              <a:buSzPts val="4400"/>
              <a:buNone/>
              <a:defRPr sz="4400"/>
            </a:lvl6pPr>
            <a:lvl7pPr lvl="6" algn="ctr">
              <a:lnSpc>
                <a:spcPct val="90000"/>
              </a:lnSpc>
              <a:spcBef>
                <a:spcPts val="1375"/>
              </a:spcBef>
              <a:spcAft>
                <a:spcPts val="0"/>
              </a:spcAft>
              <a:buClr>
                <a:schemeClr val="dk1"/>
              </a:buClr>
              <a:buSzPts val="4400"/>
              <a:buNone/>
              <a:defRPr sz="4400"/>
            </a:lvl7pPr>
            <a:lvl8pPr lvl="7" algn="ctr">
              <a:lnSpc>
                <a:spcPct val="90000"/>
              </a:lnSpc>
              <a:spcBef>
                <a:spcPts val="1375"/>
              </a:spcBef>
              <a:spcAft>
                <a:spcPts val="0"/>
              </a:spcAft>
              <a:buClr>
                <a:schemeClr val="dk1"/>
              </a:buClr>
              <a:buSzPts val="4400"/>
              <a:buNone/>
              <a:defRPr sz="4400"/>
            </a:lvl8pPr>
            <a:lvl9pPr lvl="8" algn="ctr">
              <a:lnSpc>
                <a:spcPct val="90000"/>
              </a:lnSpc>
              <a:spcBef>
                <a:spcPts val="1375"/>
              </a:spcBef>
              <a:spcAft>
                <a:spcPts val="0"/>
              </a:spcAft>
              <a:buClr>
                <a:schemeClr val="dk1"/>
              </a:buClr>
              <a:buSzPts val="4400"/>
              <a:buNone/>
              <a:defRPr sz="4400"/>
            </a:lvl9pPr>
          </a:lstStyle>
          <a:p>
            <a:endParaRPr/>
          </a:p>
        </p:txBody>
      </p:sp>
      <p:sp>
        <p:nvSpPr>
          <p:cNvPr id="18" name="Google Shape;18;p3"/>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728788" y="1752607"/>
            <a:ext cx="21688425"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1728788" y="8763000"/>
            <a:ext cx="21688425"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5"/>
              </a:spcBef>
              <a:spcAft>
                <a:spcPts val="0"/>
              </a:spcAft>
              <a:buClr>
                <a:schemeClr val="dk1"/>
              </a:buClr>
              <a:buSzPts val="1800"/>
              <a:buChar char="•"/>
              <a:defRPr/>
            </a:lvl6pPr>
            <a:lvl7pPr marL="3200400" lvl="6" indent="-342900" algn="l">
              <a:lnSpc>
                <a:spcPct val="90000"/>
              </a:lnSpc>
              <a:spcBef>
                <a:spcPts val="1375"/>
              </a:spcBef>
              <a:spcAft>
                <a:spcPts val="0"/>
              </a:spcAft>
              <a:buClr>
                <a:schemeClr val="dk1"/>
              </a:buClr>
              <a:buSzPts val="1800"/>
              <a:buChar char="•"/>
              <a:defRPr/>
            </a:lvl7pPr>
            <a:lvl8pPr marL="3657600" lvl="7" indent="-342900" algn="l">
              <a:lnSpc>
                <a:spcPct val="90000"/>
              </a:lnSpc>
              <a:spcBef>
                <a:spcPts val="1375"/>
              </a:spcBef>
              <a:spcAft>
                <a:spcPts val="0"/>
              </a:spcAft>
              <a:buClr>
                <a:schemeClr val="dk1"/>
              </a:buClr>
              <a:buSzPts val="1800"/>
              <a:buChar char="•"/>
              <a:defRPr/>
            </a:lvl8pPr>
            <a:lvl9pPr marL="4114800" lvl="8" indent="-342900" algn="l">
              <a:lnSpc>
                <a:spcPct val="90000"/>
              </a:lnSpc>
              <a:spcBef>
                <a:spcPts val="1375"/>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1715692" y="8206749"/>
            <a:ext cx="21688425"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6500"/>
              <a:buFont typeface="Calibri"/>
              <a:buNone/>
              <a:defRPr sz="16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1715692" y="22029429"/>
            <a:ext cx="21688425"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750"/>
              </a:spcBef>
              <a:spcAft>
                <a:spcPts val="0"/>
              </a:spcAft>
              <a:buClr>
                <a:schemeClr val="dk1"/>
              </a:buClr>
              <a:buSzPts val="6600"/>
              <a:buNone/>
              <a:defRPr sz="6600">
                <a:solidFill>
                  <a:schemeClr val="dk1"/>
                </a:solidFill>
              </a:defRPr>
            </a:lvl1pPr>
            <a:lvl2pPr marL="914400" lvl="1" indent="-228600" algn="l">
              <a:lnSpc>
                <a:spcPct val="90000"/>
              </a:lnSpc>
              <a:spcBef>
                <a:spcPts val="1375"/>
              </a:spcBef>
              <a:spcAft>
                <a:spcPts val="0"/>
              </a:spcAft>
              <a:buClr>
                <a:srgbClr val="888888"/>
              </a:buClr>
              <a:buSzPts val="5500"/>
              <a:buNone/>
              <a:defRPr sz="5500">
                <a:solidFill>
                  <a:srgbClr val="888888"/>
                </a:solidFill>
              </a:defRPr>
            </a:lvl2pPr>
            <a:lvl3pPr marL="1371600" lvl="2" indent="-228600" algn="l">
              <a:lnSpc>
                <a:spcPct val="90000"/>
              </a:lnSpc>
              <a:spcBef>
                <a:spcPts val="1375"/>
              </a:spcBef>
              <a:spcAft>
                <a:spcPts val="0"/>
              </a:spcAft>
              <a:buClr>
                <a:srgbClr val="888888"/>
              </a:buClr>
              <a:buSzPts val="4950"/>
              <a:buNone/>
              <a:defRPr sz="4950">
                <a:solidFill>
                  <a:srgbClr val="888888"/>
                </a:solidFill>
              </a:defRPr>
            </a:lvl3pPr>
            <a:lvl4pPr marL="1828800" lvl="3" indent="-228600" algn="l">
              <a:lnSpc>
                <a:spcPct val="90000"/>
              </a:lnSpc>
              <a:spcBef>
                <a:spcPts val="1375"/>
              </a:spcBef>
              <a:spcAft>
                <a:spcPts val="0"/>
              </a:spcAft>
              <a:buClr>
                <a:srgbClr val="888888"/>
              </a:buClr>
              <a:buSzPts val="4400"/>
              <a:buNone/>
              <a:defRPr sz="4400">
                <a:solidFill>
                  <a:srgbClr val="888888"/>
                </a:solidFill>
              </a:defRPr>
            </a:lvl4pPr>
            <a:lvl5pPr marL="2286000" lvl="4" indent="-228600" algn="l">
              <a:lnSpc>
                <a:spcPct val="90000"/>
              </a:lnSpc>
              <a:spcBef>
                <a:spcPts val="1375"/>
              </a:spcBef>
              <a:spcAft>
                <a:spcPts val="0"/>
              </a:spcAft>
              <a:buClr>
                <a:srgbClr val="888888"/>
              </a:buClr>
              <a:buSzPts val="4400"/>
              <a:buNone/>
              <a:defRPr sz="4400">
                <a:solidFill>
                  <a:srgbClr val="888888"/>
                </a:solidFill>
              </a:defRPr>
            </a:lvl5pPr>
            <a:lvl6pPr marL="2743200" lvl="5" indent="-228600" algn="l">
              <a:lnSpc>
                <a:spcPct val="90000"/>
              </a:lnSpc>
              <a:spcBef>
                <a:spcPts val="1375"/>
              </a:spcBef>
              <a:spcAft>
                <a:spcPts val="0"/>
              </a:spcAft>
              <a:buClr>
                <a:srgbClr val="888888"/>
              </a:buClr>
              <a:buSzPts val="4400"/>
              <a:buNone/>
              <a:defRPr sz="4400">
                <a:solidFill>
                  <a:srgbClr val="888888"/>
                </a:solidFill>
              </a:defRPr>
            </a:lvl6pPr>
            <a:lvl7pPr marL="3200400" lvl="6" indent="-228600" algn="l">
              <a:lnSpc>
                <a:spcPct val="90000"/>
              </a:lnSpc>
              <a:spcBef>
                <a:spcPts val="1375"/>
              </a:spcBef>
              <a:spcAft>
                <a:spcPts val="0"/>
              </a:spcAft>
              <a:buClr>
                <a:srgbClr val="888888"/>
              </a:buClr>
              <a:buSzPts val="4400"/>
              <a:buNone/>
              <a:defRPr sz="4400">
                <a:solidFill>
                  <a:srgbClr val="888888"/>
                </a:solidFill>
              </a:defRPr>
            </a:lvl7pPr>
            <a:lvl8pPr marL="3657600" lvl="7" indent="-228600" algn="l">
              <a:lnSpc>
                <a:spcPct val="90000"/>
              </a:lnSpc>
              <a:spcBef>
                <a:spcPts val="1375"/>
              </a:spcBef>
              <a:spcAft>
                <a:spcPts val="0"/>
              </a:spcAft>
              <a:buClr>
                <a:srgbClr val="888888"/>
              </a:buClr>
              <a:buSzPts val="4400"/>
              <a:buNone/>
              <a:defRPr sz="4400">
                <a:solidFill>
                  <a:srgbClr val="888888"/>
                </a:solidFill>
              </a:defRPr>
            </a:lvl8pPr>
            <a:lvl9pPr marL="4114800" lvl="8" indent="-228600" algn="l">
              <a:lnSpc>
                <a:spcPct val="90000"/>
              </a:lnSpc>
              <a:spcBef>
                <a:spcPts val="1375"/>
              </a:spcBef>
              <a:spcAft>
                <a:spcPts val="0"/>
              </a:spcAft>
              <a:buClr>
                <a:srgbClr val="888888"/>
              </a:buClr>
              <a:buSzPts val="4400"/>
              <a:buNone/>
              <a:defRPr sz="4400">
                <a:solidFill>
                  <a:srgbClr val="888888"/>
                </a:solidFill>
              </a:defRPr>
            </a:lvl9pPr>
          </a:lstStyle>
          <a:p>
            <a:endParaRPr/>
          </a:p>
        </p:txBody>
      </p:sp>
      <p:sp>
        <p:nvSpPr>
          <p:cNvPr id="30" name="Google Shape;30;p5"/>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1728788" y="1752607"/>
            <a:ext cx="21688425"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1728788" y="8763000"/>
            <a:ext cx="1068705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5"/>
              </a:spcBef>
              <a:spcAft>
                <a:spcPts val="0"/>
              </a:spcAft>
              <a:buClr>
                <a:schemeClr val="dk1"/>
              </a:buClr>
              <a:buSzPts val="1800"/>
              <a:buChar char="•"/>
              <a:defRPr/>
            </a:lvl6pPr>
            <a:lvl7pPr marL="3200400" lvl="6" indent="-342900" algn="l">
              <a:lnSpc>
                <a:spcPct val="90000"/>
              </a:lnSpc>
              <a:spcBef>
                <a:spcPts val="1375"/>
              </a:spcBef>
              <a:spcAft>
                <a:spcPts val="0"/>
              </a:spcAft>
              <a:buClr>
                <a:schemeClr val="dk1"/>
              </a:buClr>
              <a:buSzPts val="1800"/>
              <a:buChar char="•"/>
              <a:defRPr/>
            </a:lvl7pPr>
            <a:lvl8pPr marL="3657600" lvl="7" indent="-342900" algn="l">
              <a:lnSpc>
                <a:spcPct val="90000"/>
              </a:lnSpc>
              <a:spcBef>
                <a:spcPts val="1375"/>
              </a:spcBef>
              <a:spcAft>
                <a:spcPts val="0"/>
              </a:spcAft>
              <a:buClr>
                <a:schemeClr val="dk1"/>
              </a:buClr>
              <a:buSzPts val="1800"/>
              <a:buChar char="•"/>
              <a:defRPr/>
            </a:lvl8pPr>
            <a:lvl9pPr marL="4114800" lvl="8" indent="-342900" algn="l">
              <a:lnSpc>
                <a:spcPct val="90000"/>
              </a:lnSpc>
              <a:spcBef>
                <a:spcPts val="1375"/>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12730163" y="8763000"/>
            <a:ext cx="1068705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5"/>
              </a:spcBef>
              <a:spcAft>
                <a:spcPts val="0"/>
              </a:spcAft>
              <a:buClr>
                <a:schemeClr val="dk1"/>
              </a:buClr>
              <a:buSzPts val="1800"/>
              <a:buChar char="•"/>
              <a:defRPr/>
            </a:lvl6pPr>
            <a:lvl7pPr marL="3200400" lvl="6" indent="-342900" algn="l">
              <a:lnSpc>
                <a:spcPct val="90000"/>
              </a:lnSpc>
              <a:spcBef>
                <a:spcPts val="1375"/>
              </a:spcBef>
              <a:spcAft>
                <a:spcPts val="0"/>
              </a:spcAft>
              <a:buClr>
                <a:schemeClr val="dk1"/>
              </a:buClr>
              <a:buSzPts val="1800"/>
              <a:buChar char="•"/>
              <a:defRPr/>
            </a:lvl7pPr>
            <a:lvl8pPr marL="3657600" lvl="7" indent="-342900" algn="l">
              <a:lnSpc>
                <a:spcPct val="90000"/>
              </a:lnSpc>
              <a:spcBef>
                <a:spcPts val="1375"/>
              </a:spcBef>
              <a:spcAft>
                <a:spcPts val="0"/>
              </a:spcAft>
              <a:buClr>
                <a:schemeClr val="dk1"/>
              </a:buClr>
              <a:buSzPts val="1800"/>
              <a:buChar char="•"/>
              <a:defRPr/>
            </a:lvl8pPr>
            <a:lvl9pPr marL="4114800" lvl="8" indent="-342900" algn="l">
              <a:lnSpc>
                <a:spcPct val="90000"/>
              </a:lnSpc>
              <a:spcBef>
                <a:spcPts val="1375"/>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1732063" y="1752607"/>
            <a:ext cx="21688425"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1732065" y="8069582"/>
            <a:ext cx="10637935"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750"/>
              </a:spcBef>
              <a:spcAft>
                <a:spcPts val="0"/>
              </a:spcAft>
              <a:buClr>
                <a:schemeClr val="dk1"/>
              </a:buClr>
              <a:buSzPts val="6600"/>
              <a:buNone/>
              <a:defRPr sz="6600" b="1"/>
            </a:lvl1pPr>
            <a:lvl2pPr marL="914400" lvl="1" indent="-228600" algn="l">
              <a:lnSpc>
                <a:spcPct val="90000"/>
              </a:lnSpc>
              <a:spcBef>
                <a:spcPts val="1375"/>
              </a:spcBef>
              <a:spcAft>
                <a:spcPts val="0"/>
              </a:spcAft>
              <a:buClr>
                <a:schemeClr val="dk1"/>
              </a:buClr>
              <a:buSzPts val="5500"/>
              <a:buNone/>
              <a:defRPr sz="5500" b="1"/>
            </a:lvl2pPr>
            <a:lvl3pPr marL="1371600" lvl="2" indent="-228600" algn="l">
              <a:lnSpc>
                <a:spcPct val="90000"/>
              </a:lnSpc>
              <a:spcBef>
                <a:spcPts val="1375"/>
              </a:spcBef>
              <a:spcAft>
                <a:spcPts val="0"/>
              </a:spcAft>
              <a:buClr>
                <a:schemeClr val="dk1"/>
              </a:buClr>
              <a:buSzPts val="4950"/>
              <a:buNone/>
              <a:defRPr sz="4950" b="1"/>
            </a:lvl3pPr>
            <a:lvl4pPr marL="1828800" lvl="3" indent="-228600" algn="l">
              <a:lnSpc>
                <a:spcPct val="90000"/>
              </a:lnSpc>
              <a:spcBef>
                <a:spcPts val="1375"/>
              </a:spcBef>
              <a:spcAft>
                <a:spcPts val="0"/>
              </a:spcAft>
              <a:buClr>
                <a:schemeClr val="dk1"/>
              </a:buClr>
              <a:buSzPts val="4400"/>
              <a:buNone/>
              <a:defRPr sz="4400" b="1"/>
            </a:lvl4pPr>
            <a:lvl5pPr marL="2286000" lvl="4" indent="-228600" algn="l">
              <a:lnSpc>
                <a:spcPct val="90000"/>
              </a:lnSpc>
              <a:spcBef>
                <a:spcPts val="1375"/>
              </a:spcBef>
              <a:spcAft>
                <a:spcPts val="0"/>
              </a:spcAft>
              <a:buClr>
                <a:schemeClr val="dk1"/>
              </a:buClr>
              <a:buSzPts val="4400"/>
              <a:buNone/>
              <a:defRPr sz="4400" b="1"/>
            </a:lvl5pPr>
            <a:lvl6pPr marL="2743200" lvl="5" indent="-228600" algn="l">
              <a:lnSpc>
                <a:spcPct val="90000"/>
              </a:lnSpc>
              <a:spcBef>
                <a:spcPts val="1375"/>
              </a:spcBef>
              <a:spcAft>
                <a:spcPts val="0"/>
              </a:spcAft>
              <a:buClr>
                <a:schemeClr val="dk1"/>
              </a:buClr>
              <a:buSzPts val="4400"/>
              <a:buNone/>
              <a:defRPr sz="4400" b="1"/>
            </a:lvl6pPr>
            <a:lvl7pPr marL="3200400" lvl="6" indent="-228600" algn="l">
              <a:lnSpc>
                <a:spcPct val="90000"/>
              </a:lnSpc>
              <a:spcBef>
                <a:spcPts val="1375"/>
              </a:spcBef>
              <a:spcAft>
                <a:spcPts val="0"/>
              </a:spcAft>
              <a:buClr>
                <a:schemeClr val="dk1"/>
              </a:buClr>
              <a:buSzPts val="4400"/>
              <a:buNone/>
              <a:defRPr sz="4400" b="1"/>
            </a:lvl7pPr>
            <a:lvl8pPr marL="3657600" lvl="7" indent="-228600" algn="l">
              <a:lnSpc>
                <a:spcPct val="90000"/>
              </a:lnSpc>
              <a:spcBef>
                <a:spcPts val="1375"/>
              </a:spcBef>
              <a:spcAft>
                <a:spcPts val="0"/>
              </a:spcAft>
              <a:buClr>
                <a:schemeClr val="dk1"/>
              </a:buClr>
              <a:buSzPts val="4400"/>
              <a:buNone/>
              <a:defRPr sz="4400" b="1"/>
            </a:lvl8pPr>
            <a:lvl9pPr marL="4114800" lvl="8" indent="-228600" algn="l">
              <a:lnSpc>
                <a:spcPct val="90000"/>
              </a:lnSpc>
              <a:spcBef>
                <a:spcPts val="1375"/>
              </a:spcBef>
              <a:spcAft>
                <a:spcPts val="0"/>
              </a:spcAft>
              <a:buClr>
                <a:schemeClr val="dk1"/>
              </a:buClr>
              <a:buSzPts val="4400"/>
              <a:buNone/>
              <a:defRPr sz="4400" b="1"/>
            </a:lvl9pPr>
          </a:lstStyle>
          <a:p>
            <a:endParaRPr/>
          </a:p>
        </p:txBody>
      </p:sp>
      <p:sp>
        <p:nvSpPr>
          <p:cNvPr id="43" name="Google Shape;43;p7"/>
          <p:cNvSpPr txBox="1">
            <a:spLocks noGrp="1"/>
          </p:cNvSpPr>
          <p:nvPr>
            <p:ph type="body" idx="2"/>
          </p:nvPr>
        </p:nvSpPr>
        <p:spPr>
          <a:xfrm>
            <a:off x="1732065" y="12024360"/>
            <a:ext cx="10637935"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5"/>
              </a:spcBef>
              <a:spcAft>
                <a:spcPts val="0"/>
              </a:spcAft>
              <a:buClr>
                <a:schemeClr val="dk1"/>
              </a:buClr>
              <a:buSzPts val="1800"/>
              <a:buChar char="•"/>
              <a:defRPr/>
            </a:lvl6pPr>
            <a:lvl7pPr marL="3200400" lvl="6" indent="-342900" algn="l">
              <a:lnSpc>
                <a:spcPct val="90000"/>
              </a:lnSpc>
              <a:spcBef>
                <a:spcPts val="1375"/>
              </a:spcBef>
              <a:spcAft>
                <a:spcPts val="0"/>
              </a:spcAft>
              <a:buClr>
                <a:schemeClr val="dk1"/>
              </a:buClr>
              <a:buSzPts val="1800"/>
              <a:buChar char="•"/>
              <a:defRPr/>
            </a:lvl7pPr>
            <a:lvl8pPr marL="3657600" lvl="7" indent="-342900" algn="l">
              <a:lnSpc>
                <a:spcPct val="90000"/>
              </a:lnSpc>
              <a:spcBef>
                <a:spcPts val="1375"/>
              </a:spcBef>
              <a:spcAft>
                <a:spcPts val="0"/>
              </a:spcAft>
              <a:buClr>
                <a:schemeClr val="dk1"/>
              </a:buClr>
              <a:buSzPts val="1800"/>
              <a:buChar char="•"/>
              <a:defRPr/>
            </a:lvl8pPr>
            <a:lvl9pPr marL="4114800" lvl="8" indent="-342900" algn="l">
              <a:lnSpc>
                <a:spcPct val="90000"/>
              </a:lnSpc>
              <a:spcBef>
                <a:spcPts val="1375"/>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12730164" y="8069582"/>
            <a:ext cx="10690325"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750"/>
              </a:spcBef>
              <a:spcAft>
                <a:spcPts val="0"/>
              </a:spcAft>
              <a:buClr>
                <a:schemeClr val="dk1"/>
              </a:buClr>
              <a:buSzPts val="6600"/>
              <a:buNone/>
              <a:defRPr sz="6600" b="1"/>
            </a:lvl1pPr>
            <a:lvl2pPr marL="914400" lvl="1" indent="-228600" algn="l">
              <a:lnSpc>
                <a:spcPct val="90000"/>
              </a:lnSpc>
              <a:spcBef>
                <a:spcPts val="1375"/>
              </a:spcBef>
              <a:spcAft>
                <a:spcPts val="0"/>
              </a:spcAft>
              <a:buClr>
                <a:schemeClr val="dk1"/>
              </a:buClr>
              <a:buSzPts val="5500"/>
              <a:buNone/>
              <a:defRPr sz="5500" b="1"/>
            </a:lvl2pPr>
            <a:lvl3pPr marL="1371600" lvl="2" indent="-228600" algn="l">
              <a:lnSpc>
                <a:spcPct val="90000"/>
              </a:lnSpc>
              <a:spcBef>
                <a:spcPts val="1375"/>
              </a:spcBef>
              <a:spcAft>
                <a:spcPts val="0"/>
              </a:spcAft>
              <a:buClr>
                <a:schemeClr val="dk1"/>
              </a:buClr>
              <a:buSzPts val="4950"/>
              <a:buNone/>
              <a:defRPr sz="4950" b="1"/>
            </a:lvl3pPr>
            <a:lvl4pPr marL="1828800" lvl="3" indent="-228600" algn="l">
              <a:lnSpc>
                <a:spcPct val="90000"/>
              </a:lnSpc>
              <a:spcBef>
                <a:spcPts val="1375"/>
              </a:spcBef>
              <a:spcAft>
                <a:spcPts val="0"/>
              </a:spcAft>
              <a:buClr>
                <a:schemeClr val="dk1"/>
              </a:buClr>
              <a:buSzPts val="4400"/>
              <a:buNone/>
              <a:defRPr sz="4400" b="1"/>
            </a:lvl4pPr>
            <a:lvl5pPr marL="2286000" lvl="4" indent="-228600" algn="l">
              <a:lnSpc>
                <a:spcPct val="90000"/>
              </a:lnSpc>
              <a:spcBef>
                <a:spcPts val="1375"/>
              </a:spcBef>
              <a:spcAft>
                <a:spcPts val="0"/>
              </a:spcAft>
              <a:buClr>
                <a:schemeClr val="dk1"/>
              </a:buClr>
              <a:buSzPts val="4400"/>
              <a:buNone/>
              <a:defRPr sz="4400" b="1"/>
            </a:lvl5pPr>
            <a:lvl6pPr marL="2743200" lvl="5" indent="-228600" algn="l">
              <a:lnSpc>
                <a:spcPct val="90000"/>
              </a:lnSpc>
              <a:spcBef>
                <a:spcPts val="1375"/>
              </a:spcBef>
              <a:spcAft>
                <a:spcPts val="0"/>
              </a:spcAft>
              <a:buClr>
                <a:schemeClr val="dk1"/>
              </a:buClr>
              <a:buSzPts val="4400"/>
              <a:buNone/>
              <a:defRPr sz="4400" b="1"/>
            </a:lvl6pPr>
            <a:lvl7pPr marL="3200400" lvl="6" indent="-228600" algn="l">
              <a:lnSpc>
                <a:spcPct val="90000"/>
              </a:lnSpc>
              <a:spcBef>
                <a:spcPts val="1375"/>
              </a:spcBef>
              <a:spcAft>
                <a:spcPts val="0"/>
              </a:spcAft>
              <a:buClr>
                <a:schemeClr val="dk1"/>
              </a:buClr>
              <a:buSzPts val="4400"/>
              <a:buNone/>
              <a:defRPr sz="4400" b="1"/>
            </a:lvl7pPr>
            <a:lvl8pPr marL="3657600" lvl="7" indent="-228600" algn="l">
              <a:lnSpc>
                <a:spcPct val="90000"/>
              </a:lnSpc>
              <a:spcBef>
                <a:spcPts val="1375"/>
              </a:spcBef>
              <a:spcAft>
                <a:spcPts val="0"/>
              </a:spcAft>
              <a:buClr>
                <a:schemeClr val="dk1"/>
              </a:buClr>
              <a:buSzPts val="4400"/>
              <a:buNone/>
              <a:defRPr sz="4400" b="1"/>
            </a:lvl8pPr>
            <a:lvl9pPr marL="4114800" lvl="8" indent="-228600" algn="l">
              <a:lnSpc>
                <a:spcPct val="90000"/>
              </a:lnSpc>
              <a:spcBef>
                <a:spcPts val="1375"/>
              </a:spcBef>
              <a:spcAft>
                <a:spcPts val="0"/>
              </a:spcAft>
              <a:buClr>
                <a:schemeClr val="dk1"/>
              </a:buClr>
              <a:buSzPts val="4400"/>
              <a:buNone/>
              <a:defRPr sz="4400" b="1"/>
            </a:lvl9pPr>
          </a:lstStyle>
          <a:p>
            <a:endParaRPr/>
          </a:p>
        </p:txBody>
      </p:sp>
      <p:sp>
        <p:nvSpPr>
          <p:cNvPr id="45" name="Google Shape;45;p7"/>
          <p:cNvSpPr txBox="1">
            <a:spLocks noGrp="1"/>
          </p:cNvSpPr>
          <p:nvPr>
            <p:ph type="body" idx="4"/>
          </p:nvPr>
        </p:nvSpPr>
        <p:spPr>
          <a:xfrm>
            <a:off x="12730164" y="12024360"/>
            <a:ext cx="10690325"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5"/>
              </a:spcBef>
              <a:spcAft>
                <a:spcPts val="0"/>
              </a:spcAft>
              <a:buClr>
                <a:schemeClr val="dk1"/>
              </a:buClr>
              <a:buSzPts val="1800"/>
              <a:buChar char="•"/>
              <a:defRPr/>
            </a:lvl6pPr>
            <a:lvl7pPr marL="3200400" lvl="6" indent="-342900" algn="l">
              <a:lnSpc>
                <a:spcPct val="90000"/>
              </a:lnSpc>
              <a:spcBef>
                <a:spcPts val="1375"/>
              </a:spcBef>
              <a:spcAft>
                <a:spcPts val="0"/>
              </a:spcAft>
              <a:buClr>
                <a:schemeClr val="dk1"/>
              </a:buClr>
              <a:buSzPts val="1800"/>
              <a:buChar char="•"/>
              <a:defRPr/>
            </a:lvl7pPr>
            <a:lvl8pPr marL="3657600" lvl="7" indent="-342900" algn="l">
              <a:lnSpc>
                <a:spcPct val="90000"/>
              </a:lnSpc>
              <a:spcBef>
                <a:spcPts val="1375"/>
              </a:spcBef>
              <a:spcAft>
                <a:spcPts val="0"/>
              </a:spcAft>
              <a:buClr>
                <a:schemeClr val="dk1"/>
              </a:buClr>
              <a:buSzPts val="1800"/>
              <a:buChar char="•"/>
              <a:defRPr/>
            </a:lvl8pPr>
            <a:lvl9pPr marL="4114800" lvl="8" indent="-342900" algn="l">
              <a:lnSpc>
                <a:spcPct val="90000"/>
              </a:lnSpc>
              <a:spcBef>
                <a:spcPts val="1375"/>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1728788" y="1752607"/>
            <a:ext cx="21688425"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1732063" y="2194560"/>
            <a:ext cx="8110240"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8800"/>
              <a:buFont typeface="Calibri"/>
              <a:buNone/>
              <a:defRPr sz="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0690325" y="4739647"/>
            <a:ext cx="12730163" cy="23393400"/>
          </a:xfrm>
          <a:prstGeom prst="rect">
            <a:avLst/>
          </a:prstGeom>
          <a:noFill/>
          <a:ln>
            <a:noFill/>
          </a:ln>
        </p:spPr>
        <p:txBody>
          <a:bodyPr spcFirstLastPara="1" wrap="square" lIns="91425" tIns="45700" rIns="91425" bIns="45700" anchor="t" anchorCtr="0">
            <a:normAutofit/>
          </a:bodyPr>
          <a:lstStyle>
            <a:lvl1pPr marL="457200" lvl="0" indent="-787400" algn="l">
              <a:lnSpc>
                <a:spcPct val="90000"/>
              </a:lnSpc>
              <a:spcBef>
                <a:spcPts val="2750"/>
              </a:spcBef>
              <a:spcAft>
                <a:spcPts val="0"/>
              </a:spcAft>
              <a:buClr>
                <a:schemeClr val="dk1"/>
              </a:buClr>
              <a:buSzPts val="8800"/>
              <a:buChar char="•"/>
              <a:defRPr sz="8800"/>
            </a:lvl1pPr>
            <a:lvl2pPr marL="914400" lvl="1" indent="-717550" algn="l">
              <a:lnSpc>
                <a:spcPct val="90000"/>
              </a:lnSpc>
              <a:spcBef>
                <a:spcPts val="1375"/>
              </a:spcBef>
              <a:spcAft>
                <a:spcPts val="0"/>
              </a:spcAft>
              <a:buClr>
                <a:schemeClr val="dk1"/>
              </a:buClr>
              <a:buSzPts val="7700"/>
              <a:buChar char="•"/>
              <a:defRPr sz="7700"/>
            </a:lvl2pPr>
            <a:lvl3pPr marL="1371600" lvl="2" indent="-647700" algn="l">
              <a:lnSpc>
                <a:spcPct val="90000"/>
              </a:lnSpc>
              <a:spcBef>
                <a:spcPts val="1375"/>
              </a:spcBef>
              <a:spcAft>
                <a:spcPts val="0"/>
              </a:spcAft>
              <a:buClr>
                <a:schemeClr val="dk1"/>
              </a:buClr>
              <a:buSzPts val="6600"/>
              <a:buChar char="•"/>
              <a:defRPr sz="6600"/>
            </a:lvl3pPr>
            <a:lvl4pPr marL="1828800" lvl="3" indent="-577850" algn="l">
              <a:lnSpc>
                <a:spcPct val="90000"/>
              </a:lnSpc>
              <a:spcBef>
                <a:spcPts val="1375"/>
              </a:spcBef>
              <a:spcAft>
                <a:spcPts val="0"/>
              </a:spcAft>
              <a:buClr>
                <a:schemeClr val="dk1"/>
              </a:buClr>
              <a:buSzPts val="5500"/>
              <a:buChar char="•"/>
              <a:defRPr sz="5500"/>
            </a:lvl4pPr>
            <a:lvl5pPr marL="2286000" lvl="4" indent="-577850" algn="l">
              <a:lnSpc>
                <a:spcPct val="90000"/>
              </a:lnSpc>
              <a:spcBef>
                <a:spcPts val="1375"/>
              </a:spcBef>
              <a:spcAft>
                <a:spcPts val="0"/>
              </a:spcAft>
              <a:buClr>
                <a:schemeClr val="dk1"/>
              </a:buClr>
              <a:buSzPts val="5500"/>
              <a:buChar char="•"/>
              <a:defRPr sz="5500"/>
            </a:lvl5pPr>
            <a:lvl6pPr marL="2743200" lvl="5" indent="-577850" algn="l">
              <a:lnSpc>
                <a:spcPct val="90000"/>
              </a:lnSpc>
              <a:spcBef>
                <a:spcPts val="1375"/>
              </a:spcBef>
              <a:spcAft>
                <a:spcPts val="0"/>
              </a:spcAft>
              <a:buClr>
                <a:schemeClr val="dk1"/>
              </a:buClr>
              <a:buSzPts val="5500"/>
              <a:buChar char="•"/>
              <a:defRPr sz="5500"/>
            </a:lvl6pPr>
            <a:lvl7pPr marL="3200400" lvl="6" indent="-577850" algn="l">
              <a:lnSpc>
                <a:spcPct val="90000"/>
              </a:lnSpc>
              <a:spcBef>
                <a:spcPts val="1375"/>
              </a:spcBef>
              <a:spcAft>
                <a:spcPts val="0"/>
              </a:spcAft>
              <a:buClr>
                <a:schemeClr val="dk1"/>
              </a:buClr>
              <a:buSzPts val="5500"/>
              <a:buChar char="•"/>
              <a:defRPr sz="5500"/>
            </a:lvl7pPr>
            <a:lvl8pPr marL="3657600" lvl="7" indent="-577850" algn="l">
              <a:lnSpc>
                <a:spcPct val="90000"/>
              </a:lnSpc>
              <a:spcBef>
                <a:spcPts val="1375"/>
              </a:spcBef>
              <a:spcAft>
                <a:spcPts val="0"/>
              </a:spcAft>
              <a:buClr>
                <a:schemeClr val="dk1"/>
              </a:buClr>
              <a:buSzPts val="5500"/>
              <a:buChar char="•"/>
              <a:defRPr sz="5500"/>
            </a:lvl8pPr>
            <a:lvl9pPr marL="4114800" lvl="8" indent="-577850" algn="l">
              <a:lnSpc>
                <a:spcPct val="90000"/>
              </a:lnSpc>
              <a:spcBef>
                <a:spcPts val="1375"/>
              </a:spcBef>
              <a:spcAft>
                <a:spcPts val="0"/>
              </a:spcAft>
              <a:buClr>
                <a:schemeClr val="dk1"/>
              </a:buClr>
              <a:buSzPts val="5500"/>
              <a:buChar char="•"/>
              <a:defRPr sz="5500"/>
            </a:lvl9pPr>
          </a:lstStyle>
          <a:p>
            <a:endParaRPr/>
          </a:p>
        </p:txBody>
      </p:sp>
      <p:sp>
        <p:nvSpPr>
          <p:cNvPr id="61" name="Google Shape;61;p10"/>
          <p:cNvSpPr txBox="1">
            <a:spLocks noGrp="1"/>
          </p:cNvSpPr>
          <p:nvPr>
            <p:ph type="body" idx="2"/>
          </p:nvPr>
        </p:nvSpPr>
        <p:spPr>
          <a:xfrm>
            <a:off x="1732063" y="9875520"/>
            <a:ext cx="8110240"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750"/>
              </a:spcBef>
              <a:spcAft>
                <a:spcPts val="0"/>
              </a:spcAft>
              <a:buClr>
                <a:schemeClr val="dk1"/>
              </a:buClr>
              <a:buSzPts val="4400"/>
              <a:buNone/>
              <a:defRPr sz="4400"/>
            </a:lvl1pPr>
            <a:lvl2pPr marL="914400" lvl="1" indent="-228600" algn="l">
              <a:lnSpc>
                <a:spcPct val="90000"/>
              </a:lnSpc>
              <a:spcBef>
                <a:spcPts val="1375"/>
              </a:spcBef>
              <a:spcAft>
                <a:spcPts val="0"/>
              </a:spcAft>
              <a:buClr>
                <a:schemeClr val="dk1"/>
              </a:buClr>
              <a:buSzPts val="3850"/>
              <a:buNone/>
              <a:defRPr sz="3850"/>
            </a:lvl2pPr>
            <a:lvl3pPr marL="1371600" lvl="2" indent="-228600" algn="l">
              <a:lnSpc>
                <a:spcPct val="90000"/>
              </a:lnSpc>
              <a:spcBef>
                <a:spcPts val="1375"/>
              </a:spcBef>
              <a:spcAft>
                <a:spcPts val="0"/>
              </a:spcAft>
              <a:buClr>
                <a:schemeClr val="dk1"/>
              </a:buClr>
              <a:buSzPts val="3300"/>
              <a:buNone/>
              <a:defRPr sz="3300"/>
            </a:lvl3pPr>
            <a:lvl4pPr marL="1828800" lvl="3" indent="-228600" algn="l">
              <a:lnSpc>
                <a:spcPct val="90000"/>
              </a:lnSpc>
              <a:spcBef>
                <a:spcPts val="1375"/>
              </a:spcBef>
              <a:spcAft>
                <a:spcPts val="0"/>
              </a:spcAft>
              <a:buClr>
                <a:schemeClr val="dk1"/>
              </a:buClr>
              <a:buSzPts val="2750"/>
              <a:buNone/>
              <a:defRPr sz="2750"/>
            </a:lvl4pPr>
            <a:lvl5pPr marL="2286000" lvl="4" indent="-228600" algn="l">
              <a:lnSpc>
                <a:spcPct val="90000"/>
              </a:lnSpc>
              <a:spcBef>
                <a:spcPts val="1375"/>
              </a:spcBef>
              <a:spcAft>
                <a:spcPts val="0"/>
              </a:spcAft>
              <a:buClr>
                <a:schemeClr val="dk1"/>
              </a:buClr>
              <a:buSzPts val="2750"/>
              <a:buNone/>
              <a:defRPr sz="2750"/>
            </a:lvl5pPr>
            <a:lvl6pPr marL="2743200" lvl="5" indent="-228600" algn="l">
              <a:lnSpc>
                <a:spcPct val="90000"/>
              </a:lnSpc>
              <a:spcBef>
                <a:spcPts val="1375"/>
              </a:spcBef>
              <a:spcAft>
                <a:spcPts val="0"/>
              </a:spcAft>
              <a:buClr>
                <a:schemeClr val="dk1"/>
              </a:buClr>
              <a:buSzPts val="2750"/>
              <a:buNone/>
              <a:defRPr sz="2750"/>
            </a:lvl6pPr>
            <a:lvl7pPr marL="3200400" lvl="6" indent="-228600" algn="l">
              <a:lnSpc>
                <a:spcPct val="90000"/>
              </a:lnSpc>
              <a:spcBef>
                <a:spcPts val="1375"/>
              </a:spcBef>
              <a:spcAft>
                <a:spcPts val="0"/>
              </a:spcAft>
              <a:buClr>
                <a:schemeClr val="dk1"/>
              </a:buClr>
              <a:buSzPts val="2750"/>
              <a:buNone/>
              <a:defRPr sz="2750"/>
            </a:lvl7pPr>
            <a:lvl8pPr marL="3657600" lvl="7" indent="-228600" algn="l">
              <a:lnSpc>
                <a:spcPct val="90000"/>
              </a:lnSpc>
              <a:spcBef>
                <a:spcPts val="1375"/>
              </a:spcBef>
              <a:spcAft>
                <a:spcPts val="0"/>
              </a:spcAft>
              <a:buClr>
                <a:schemeClr val="dk1"/>
              </a:buClr>
              <a:buSzPts val="2750"/>
              <a:buNone/>
              <a:defRPr sz="2750"/>
            </a:lvl8pPr>
            <a:lvl9pPr marL="4114800" lvl="8" indent="-228600" algn="l">
              <a:lnSpc>
                <a:spcPct val="90000"/>
              </a:lnSpc>
              <a:spcBef>
                <a:spcPts val="1375"/>
              </a:spcBef>
              <a:spcAft>
                <a:spcPts val="0"/>
              </a:spcAft>
              <a:buClr>
                <a:schemeClr val="dk1"/>
              </a:buClr>
              <a:buSzPts val="2750"/>
              <a:buNone/>
              <a:defRPr sz="2750"/>
            </a:lvl9pPr>
          </a:lstStyle>
          <a:p>
            <a:endParaRPr/>
          </a:p>
        </p:txBody>
      </p:sp>
      <p:sp>
        <p:nvSpPr>
          <p:cNvPr id="62" name="Google Shape;62;p10"/>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1732063" y="2194560"/>
            <a:ext cx="8110240"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8800"/>
              <a:buFont typeface="Calibri"/>
              <a:buNone/>
              <a:defRPr sz="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10690325" y="4739647"/>
            <a:ext cx="12730163" cy="23393400"/>
          </a:xfrm>
          <a:prstGeom prst="rect">
            <a:avLst/>
          </a:prstGeom>
          <a:noFill/>
          <a:ln>
            <a:noFill/>
          </a:ln>
        </p:spPr>
      </p:sp>
      <p:sp>
        <p:nvSpPr>
          <p:cNvPr id="68" name="Google Shape;68;p11"/>
          <p:cNvSpPr txBox="1">
            <a:spLocks noGrp="1"/>
          </p:cNvSpPr>
          <p:nvPr>
            <p:ph type="body" idx="1"/>
          </p:nvPr>
        </p:nvSpPr>
        <p:spPr>
          <a:xfrm>
            <a:off x="1732063" y="9875520"/>
            <a:ext cx="8110240"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750"/>
              </a:spcBef>
              <a:spcAft>
                <a:spcPts val="0"/>
              </a:spcAft>
              <a:buClr>
                <a:schemeClr val="dk1"/>
              </a:buClr>
              <a:buSzPts val="4400"/>
              <a:buNone/>
              <a:defRPr sz="4400"/>
            </a:lvl1pPr>
            <a:lvl2pPr marL="914400" lvl="1" indent="-228600" algn="l">
              <a:lnSpc>
                <a:spcPct val="90000"/>
              </a:lnSpc>
              <a:spcBef>
                <a:spcPts val="1375"/>
              </a:spcBef>
              <a:spcAft>
                <a:spcPts val="0"/>
              </a:spcAft>
              <a:buClr>
                <a:schemeClr val="dk1"/>
              </a:buClr>
              <a:buSzPts val="3850"/>
              <a:buNone/>
              <a:defRPr sz="3850"/>
            </a:lvl2pPr>
            <a:lvl3pPr marL="1371600" lvl="2" indent="-228600" algn="l">
              <a:lnSpc>
                <a:spcPct val="90000"/>
              </a:lnSpc>
              <a:spcBef>
                <a:spcPts val="1375"/>
              </a:spcBef>
              <a:spcAft>
                <a:spcPts val="0"/>
              </a:spcAft>
              <a:buClr>
                <a:schemeClr val="dk1"/>
              </a:buClr>
              <a:buSzPts val="3300"/>
              <a:buNone/>
              <a:defRPr sz="3300"/>
            </a:lvl3pPr>
            <a:lvl4pPr marL="1828800" lvl="3" indent="-228600" algn="l">
              <a:lnSpc>
                <a:spcPct val="90000"/>
              </a:lnSpc>
              <a:spcBef>
                <a:spcPts val="1375"/>
              </a:spcBef>
              <a:spcAft>
                <a:spcPts val="0"/>
              </a:spcAft>
              <a:buClr>
                <a:schemeClr val="dk1"/>
              </a:buClr>
              <a:buSzPts val="2750"/>
              <a:buNone/>
              <a:defRPr sz="2750"/>
            </a:lvl4pPr>
            <a:lvl5pPr marL="2286000" lvl="4" indent="-228600" algn="l">
              <a:lnSpc>
                <a:spcPct val="90000"/>
              </a:lnSpc>
              <a:spcBef>
                <a:spcPts val="1375"/>
              </a:spcBef>
              <a:spcAft>
                <a:spcPts val="0"/>
              </a:spcAft>
              <a:buClr>
                <a:schemeClr val="dk1"/>
              </a:buClr>
              <a:buSzPts val="2750"/>
              <a:buNone/>
              <a:defRPr sz="2750"/>
            </a:lvl5pPr>
            <a:lvl6pPr marL="2743200" lvl="5" indent="-228600" algn="l">
              <a:lnSpc>
                <a:spcPct val="90000"/>
              </a:lnSpc>
              <a:spcBef>
                <a:spcPts val="1375"/>
              </a:spcBef>
              <a:spcAft>
                <a:spcPts val="0"/>
              </a:spcAft>
              <a:buClr>
                <a:schemeClr val="dk1"/>
              </a:buClr>
              <a:buSzPts val="2750"/>
              <a:buNone/>
              <a:defRPr sz="2750"/>
            </a:lvl6pPr>
            <a:lvl7pPr marL="3200400" lvl="6" indent="-228600" algn="l">
              <a:lnSpc>
                <a:spcPct val="90000"/>
              </a:lnSpc>
              <a:spcBef>
                <a:spcPts val="1375"/>
              </a:spcBef>
              <a:spcAft>
                <a:spcPts val="0"/>
              </a:spcAft>
              <a:buClr>
                <a:schemeClr val="dk1"/>
              </a:buClr>
              <a:buSzPts val="2750"/>
              <a:buNone/>
              <a:defRPr sz="2750"/>
            </a:lvl7pPr>
            <a:lvl8pPr marL="3657600" lvl="7" indent="-228600" algn="l">
              <a:lnSpc>
                <a:spcPct val="90000"/>
              </a:lnSpc>
              <a:spcBef>
                <a:spcPts val="1375"/>
              </a:spcBef>
              <a:spcAft>
                <a:spcPts val="0"/>
              </a:spcAft>
              <a:buClr>
                <a:schemeClr val="dk1"/>
              </a:buClr>
              <a:buSzPts val="2750"/>
              <a:buNone/>
              <a:defRPr sz="2750"/>
            </a:lvl8pPr>
            <a:lvl9pPr marL="4114800" lvl="8" indent="-228600" algn="l">
              <a:lnSpc>
                <a:spcPct val="90000"/>
              </a:lnSpc>
              <a:spcBef>
                <a:spcPts val="1375"/>
              </a:spcBef>
              <a:spcAft>
                <a:spcPts val="0"/>
              </a:spcAft>
              <a:buClr>
                <a:schemeClr val="dk1"/>
              </a:buClr>
              <a:buSzPts val="2750"/>
              <a:buNone/>
              <a:defRPr sz="2750"/>
            </a:lvl9pPr>
          </a:lstStyle>
          <a:p>
            <a:endParaRPr/>
          </a:p>
        </p:txBody>
      </p:sp>
      <p:sp>
        <p:nvSpPr>
          <p:cNvPr id="69" name="Google Shape;69;p11"/>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1728788" y="1752607"/>
            <a:ext cx="21688425"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2129790" y="8361998"/>
            <a:ext cx="20886422" cy="216884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5"/>
              </a:spcBef>
              <a:spcAft>
                <a:spcPts val="0"/>
              </a:spcAft>
              <a:buClr>
                <a:schemeClr val="dk1"/>
              </a:buClr>
              <a:buSzPts val="1800"/>
              <a:buChar char="•"/>
              <a:defRPr/>
            </a:lvl6pPr>
            <a:lvl7pPr marL="3200400" lvl="6" indent="-342900" algn="l">
              <a:lnSpc>
                <a:spcPct val="90000"/>
              </a:lnSpc>
              <a:spcBef>
                <a:spcPts val="1375"/>
              </a:spcBef>
              <a:spcAft>
                <a:spcPts val="0"/>
              </a:spcAft>
              <a:buClr>
                <a:schemeClr val="dk1"/>
              </a:buClr>
              <a:buSzPts val="1800"/>
              <a:buChar char="•"/>
              <a:defRPr/>
            </a:lvl7pPr>
            <a:lvl8pPr marL="3657600" lvl="7" indent="-342900" algn="l">
              <a:lnSpc>
                <a:spcPct val="90000"/>
              </a:lnSpc>
              <a:spcBef>
                <a:spcPts val="1375"/>
              </a:spcBef>
              <a:spcAft>
                <a:spcPts val="0"/>
              </a:spcAft>
              <a:buClr>
                <a:schemeClr val="dk1"/>
              </a:buClr>
              <a:buSzPts val="1800"/>
              <a:buChar char="•"/>
              <a:defRPr/>
            </a:lvl8pPr>
            <a:lvl9pPr marL="4114800" lvl="8" indent="-342900" algn="l">
              <a:lnSpc>
                <a:spcPct val="90000"/>
              </a:lnSpc>
              <a:spcBef>
                <a:spcPts val="1375"/>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6757750" y="12989958"/>
            <a:ext cx="27896822" cy="54221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4243625" y="7725014"/>
            <a:ext cx="27896822" cy="1595199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750"/>
              </a:spcBef>
              <a:spcAft>
                <a:spcPts val="0"/>
              </a:spcAft>
              <a:buClr>
                <a:schemeClr val="dk1"/>
              </a:buClr>
              <a:buSzPts val="1800"/>
              <a:buChar char="•"/>
              <a:defRPr/>
            </a:lvl1pPr>
            <a:lvl2pPr marL="914400" lvl="1" indent="-342900" algn="l">
              <a:lnSpc>
                <a:spcPct val="90000"/>
              </a:lnSpc>
              <a:spcBef>
                <a:spcPts val="1375"/>
              </a:spcBef>
              <a:spcAft>
                <a:spcPts val="0"/>
              </a:spcAft>
              <a:buClr>
                <a:schemeClr val="dk1"/>
              </a:buClr>
              <a:buSzPts val="1800"/>
              <a:buChar char="•"/>
              <a:defRPr/>
            </a:lvl2pPr>
            <a:lvl3pPr marL="1371600" lvl="2" indent="-342900" algn="l">
              <a:lnSpc>
                <a:spcPct val="90000"/>
              </a:lnSpc>
              <a:spcBef>
                <a:spcPts val="1375"/>
              </a:spcBef>
              <a:spcAft>
                <a:spcPts val="0"/>
              </a:spcAft>
              <a:buClr>
                <a:schemeClr val="dk1"/>
              </a:buClr>
              <a:buSzPts val="1800"/>
              <a:buChar char="•"/>
              <a:defRPr/>
            </a:lvl3pPr>
            <a:lvl4pPr marL="1828800" lvl="3" indent="-342900" algn="l">
              <a:lnSpc>
                <a:spcPct val="90000"/>
              </a:lnSpc>
              <a:spcBef>
                <a:spcPts val="1375"/>
              </a:spcBef>
              <a:spcAft>
                <a:spcPts val="0"/>
              </a:spcAft>
              <a:buClr>
                <a:schemeClr val="dk1"/>
              </a:buClr>
              <a:buSzPts val="1800"/>
              <a:buChar char="•"/>
              <a:defRPr/>
            </a:lvl4pPr>
            <a:lvl5pPr marL="2286000" lvl="4" indent="-342900" algn="l">
              <a:lnSpc>
                <a:spcPct val="90000"/>
              </a:lnSpc>
              <a:spcBef>
                <a:spcPts val="1375"/>
              </a:spcBef>
              <a:spcAft>
                <a:spcPts val="0"/>
              </a:spcAft>
              <a:buClr>
                <a:schemeClr val="dk1"/>
              </a:buClr>
              <a:buSzPts val="1800"/>
              <a:buChar char="•"/>
              <a:defRPr/>
            </a:lvl5pPr>
            <a:lvl6pPr marL="2743200" lvl="5" indent="-342900" algn="l">
              <a:lnSpc>
                <a:spcPct val="90000"/>
              </a:lnSpc>
              <a:spcBef>
                <a:spcPts val="1375"/>
              </a:spcBef>
              <a:spcAft>
                <a:spcPts val="0"/>
              </a:spcAft>
              <a:buClr>
                <a:schemeClr val="dk1"/>
              </a:buClr>
              <a:buSzPts val="1800"/>
              <a:buChar char="•"/>
              <a:defRPr/>
            </a:lvl6pPr>
            <a:lvl7pPr marL="3200400" lvl="6" indent="-342900" algn="l">
              <a:lnSpc>
                <a:spcPct val="90000"/>
              </a:lnSpc>
              <a:spcBef>
                <a:spcPts val="1375"/>
              </a:spcBef>
              <a:spcAft>
                <a:spcPts val="0"/>
              </a:spcAft>
              <a:buClr>
                <a:schemeClr val="dk1"/>
              </a:buClr>
              <a:buSzPts val="1800"/>
              <a:buChar char="•"/>
              <a:defRPr/>
            </a:lvl7pPr>
            <a:lvl8pPr marL="3657600" lvl="7" indent="-342900" algn="l">
              <a:lnSpc>
                <a:spcPct val="90000"/>
              </a:lnSpc>
              <a:spcBef>
                <a:spcPts val="1375"/>
              </a:spcBef>
              <a:spcAft>
                <a:spcPts val="0"/>
              </a:spcAft>
              <a:buClr>
                <a:schemeClr val="dk1"/>
              </a:buClr>
              <a:buSzPts val="1800"/>
              <a:buChar char="•"/>
              <a:defRPr/>
            </a:lvl8pPr>
            <a:lvl9pPr marL="4114800" lvl="8" indent="-342900" algn="l">
              <a:lnSpc>
                <a:spcPct val="90000"/>
              </a:lnSpc>
              <a:spcBef>
                <a:spcPts val="1375"/>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728788" y="1752607"/>
            <a:ext cx="21688425"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2100"/>
              <a:buFont typeface="Calibri"/>
              <a:buNone/>
              <a:defRPr sz="121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1728788" y="8763000"/>
            <a:ext cx="21688425" cy="20886422"/>
          </a:xfrm>
          <a:prstGeom prst="rect">
            <a:avLst/>
          </a:prstGeom>
          <a:noFill/>
          <a:ln>
            <a:noFill/>
          </a:ln>
        </p:spPr>
        <p:txBody>
          <a:bodyPr spcFirstLastPara="1" wrap="square" lIns="91425" tIns="45700" rIns="91425" bIns="45700" anchor="t" anchorCtr="0">
            <a:normAutofit/>
          </a:bodyPr>
          <a:lstStyle>
            <a:lvl1pPr marL="457200" marR="0" lvl="0" indent="-717550" algn="l" rtl="0">
              <a:lnSpc>
                <a:spcPct val="90000"/>
              </a:lnSpc>
              <a:spcBef>
                <a:spcPts val="2750"/>
              </a:spcBef>
              <a:spcAft>
                <a:spcPts val="0"/>
              </a:spcAft>
              <a:buClr>
                <a:schemeClr val="dk1"/>
              </a:buClr>
              <a:buSzPts val="7700"/>
              <a:buFont typeface="Arial"/>
              <a:buChar char="•"/>
              <a:defRPr sz="7700" b="0" i="0" u="none" strike="noStrike" cap="none">
                <a:solidFill>
                  <a:schemeClr val="dk1"/>
                </a:solidFill>
                <a:latin typeface="Calibri"/>
                <a:ea typeface="Calibri"/>
                <a:cs typeface="Calibri"/>
                <a:sym typeface="Calibri"/>
              </a:defRPr>
            </a:lvl1pPr>
            <a:lvl2pPr marL="914400" marR="0" lvl="1" indent="-647700" algn="l" rtl="0">
              <a:lnSpc>
                <a:spcPct val="90000"/>
              </a:lnSpc>
              <a:spcBef>
                <a:spcPts val="1375"/>
              </a:spcBef>
              <a:spcAft>
                <a:spcPts val="0"/>
              </a:spcAft>
              <a:buClr>
                <a:schemeClr val="dk1"/>
              </a:buClr>
              <a:buSzPts val="6600"/>
              <a:buFont typeface="Arial"/>
              <a:buChar char="•"/>
              <a:defRPr sz="6600" b="0" i="0" u="none" strike="noStrike" cap="none">
                <a:solidFill>
                  <a:schemeClr val="dk1"/>
                </a:solidFill>
                <a:latin typeface="Calibri"/>
                <a:ea typeface="Calibri"/>
                <a:cs typeface="Calibri"/>
                <a:sym typeface="Calibri"/>
              </a:defRPr>
            </a:lvl2pPr>
            <a:lvl3pPr marL="1371600" marR="0" lvl="2" indent="-577850" algn="l" rtl="0">
              <a:lnSpc>
                <a:spcPct val="90000"/>
              </a:lnSpc>
              <a:spcBef>
                <a:spcPts val="1375"/>
              </a:spcBef>
              <a:spcAft>
                <a:spcPts val="0"/>
              </a:spcAft>
              <a:buClr>
                <a:schemeClr val="dk1"/>
              </a:buClr>
              <a:buSzPts val="5500"/>
              <a:buFont typeface="Arial"/>
              <a:buChar char="•"/>
              <a:defRPr sz="5500" b="0" i="0" u="none" strike="noStrike" cap="none">
                <a:solidFill>
                  <a:schemeClr val="dk1"/>
                </a:solidFill>
                <a:latin typeface="Calibri"/>
                <a:ea typeface="Calibri"/>
                <a:cs typeface="Calibri"/>
                <a:sym typeface="Calibri"/>
              </a:defRPr>
            </a:lvl3pPr>
            <a:lvl4pPr marL="1828800" marR="0" lvl="3" indent="-542925" algn="l" rtl="0">
              <a:lnSpc>
                <a:spcPct val="90000"/>
              </a:lnSpc>
              <a:spcBef>
                <a:spcPts val="1375"/>
              </a:spcBef>
              <a:spcAft>
                <a:spcPts val="0"/>
              </a:spcAft>
              <a:buClr>
                <a:schemeClr val="dk1"/>
              </a:buClr>
              <a:buSzPts val="4950"/>
              <a:buFont typeface="Arial"/>
              <a:buChar char="•"/>
              <a:defRPr sz="4950" b="0" i="0" u="none" strike="noStrike" cap="none">
                <a:solidFill>
                  <a:schemeClr val="dk1"/>
                </a:solidFill>
                <a:latin typeface="Calibri"/>
                <a:ea typeface="Calibri"/>
                <a:cs typeface="Calibri"/>
                <a:sym typeface="Calibri"/>
              </a:defRPr>
            </a:lvl4pPr>
            <a:lvl5pPr marL="2286000" marR="0" lvl="4" indent="-542925" algn="l" rtl="0">
              <a:lnSpc>
                <a:spcPct val="90000"/>
              </a:lnSpc>
              <a:spcBef>
                <a:spcPts val="1375"/>
              </a:spcBef>
              <a:spcAft>
                <a:spcPts val="0"/>
              </a:spcAft>
              <a:buClr>
                <a:schemeClr val="dk1"/>
              </a:buClr>
              <a:buSzPts val="4950"/>
              <a:buFont typeface="Arial"/>
              <a:buChar char="•"/>
              <a:defRPr sz="4950" b="0" i="0" u="none" strike="noStrike" cap="none">
                <a:solidFill>
                  <a:schemeClr val="dk1"/>
                </a:solidFill>
                <a:latin typeface="Calibri"/>
                <a:ea typeface="Calibri"/>
                <a:cs typeface="Calibri"/>
                <a:sym typeface="Calibri"/>
              </a:defRPr>
            </a:lvl5pPr>
            <a:lvl6pPr marL="2743200" marR="0" lvl="5" indent="-542925" algn="l" rtl="0">
              <a:lnSpc>
                <a:spcPct val="90000"/>
              </a:lnSpc>
              <a:spcBef>
                <a:spcPts val="1375"/>
              </a:spcBef>
              <a:spcAft>
                <a:spcPts val="0"/>
              </a:spcAft>
              <a:buClr>
                <a:schemeClr val="dk1"/>
              </a:buClr>
              <a:buSzPts val="4950"/>
              <a:buFont typeface="Arial"/>
              <a:buChar char="•"/>
              <a:defRPr sz="4950" b="0" i="0" u="none" strike="noStrike" cap="none">
                <a:solidFill>
                  <a:schemeClr val="dk1"/>
                </a:solidFill>
                <a:latin typeface="Calibri"/>
                <a:ea typeface="Calibri"/>
                <a:cs typeface="Calibri"/>
                <a:sym typeface="Calibri"/>
              </a:defRPr>
            </a:lvl6pPr>
            <a:lvl7pPr marL="3200400" marR="0" lvl="6" indent="-542925" algn="l" rtl="0">
              <a:lnSpc>
                <a:spcPct val="90000"/>
              </a:lnSpc>
              <a:spcBef>
                <a:spcPts val="1375"/>
              </a:spcBef>
              <a:spcAft>
                <a:spcPts val="0"/>
              </a:spcAft>
              <a:buClr>
                <a:schemeClr val="dk1"/>
              </a:buClr>
              <a:buSzPts val="4950"/>
              <a:buFont typeface="Arial"/>
              <a:buChar char="•"/>
              <a:defRPr sz="4950" b="0" i="0" u="none" strike="noStrike" cap="none">
                <a:solidFill>
                  <a:schemeClr val="dk1"/>
                </a:solidFill>
                <a:latin typeface="Calibri"/>
                <a:ea typeface="Calibri"/>
                <a:cs typeface="Calibri"/>
                <a:sym typeface="Calibri"/>
              </a:defRPr>
            </a:lvl7pPr>
            <a:lvl8pPr marL="3657600" marR="0" lvl="7" indent="-542925" algn="l" rtl="0">
              <a:lnSpc>
                <a:spcPct val="90000"/>
              </a:lnSpc>
              <a:spcBef>
                <a:spcPts val="1375"/>
              </a:spcBef>
              <a:spcAft>
                <a:spcPts val="0"/>
              </a:spcAft>
              <a:buClr>
                <a:schemeClr val="dk1"/>
              </a:buClr>
              <a:buSzPts val="4950"/>
              <a:buFont typeface="Arial"/>
              <a:buChar char="•"/>
              <a:defRPr sz="4950" b="0" i="0" u="none" strike="noStrike" cap="none">
                <a:solidFill>
                  <a:schemeClr val="dk1"/>
                </a:solidFill>
                <a:latin typeface="Calibri"/>
                <a:ea typeface="Calibri"/>
                <a:cs typeface="Calibri"/>
                <a:sym typeface="Calibri"/>
              </a:defRPr>
            </a:lvl8pPr>
            <a:lvl9pPr marL="4114800" marR="0" lvl="8" indent="-542925" algn="l" rtl="0">
              <a:lnSpc>
                <a:spcPct val="90000"/>
              </a:lnSpc>
              <a:spcBef>
                <a:spcPts val="1375"/>
              </a:spcBef>
              <a:spcAft>
                <a:spcPts val="0"/>
              </a:spcAft>
              <a:buClr>
                <a:schemeClr val="dk1"/>
              </a:buClr>
              <a:buSzPts val="4950"/>
              <a:buFont typeface="Arial"/>
              <a:buChar char="•"/>
              <a:defRPr sz="495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1728788" y="30510487"/>
            <a:ext cx="565785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3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8329613" y="30510487"/>
            <a:ext cx="8486775"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3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242"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17759363" y="30510487"/>
            <a:ext cx="565785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300" b="0" i="0" u="none" strike="noStrike" cap="none">
                <a:solidFill>
                  <a:srgbClr val="888888"/>
                </a:solidFill>
                <a:latin typeface="Calibri"/>
                <a:ea typeface="Calibri"/>
                <a:cs typeface="Calibri"/>
                <a:sym typeface="Calibri"/>
              </a:defRPr>
            </a:lvl1pPr>
            <a:lvl2pPr marL="0" marR="0" lvl="1" indent="0" algn="r" rtl="0">
              <a:spcBef>
                <a:spcPts val="0"/>
              </a:spcBef>
              <a:buNone/>
              <a:defRPr sz="3300" b="0" i="0" u="none" strike="noStrike" cap="none">
                <a:solidFill>
                  <a:srgbClr val="888888"/>
                </a:solidFill>
                <a:latin typeface="Calibri"/>
                <a:ea typeface="Calibri"/>
                <a:cs typeface="Calibri"/>
                <a:sym typeface="Calibri"/>
              </a:defRPr>
            </a:lvl2pPr>
            <a:lvl3pPr marL="0" marR="0" lvl="2" indent="0" algn="r" rtl="0">
              <a:spcBef>
                <a:spcPts val="0"/>
              </a:spcBef>
              <a:buNone/>
              <a:defRPr sz="3300" b="0" i="0" u="none" strike="noStrike" cap="none">
                <a:solidFill>
                  <a:srgbClr val="888888"/>
                </a:solidFill>
                <a:latin typeface="Calibri"/>
                <a:ea typeface="Calibri"/>
                <a:cs typeface="Calibri"/>
                <a:sym typeface="Calibri"/>
              </a:defRPr>
            </a:lvl3pPr>
            <a:lvl4pPr marL="0" marR="0" lvl="3" indent="0" algn="r" rtl="0">
              <a:spcBef>
                <a:spcPts val="0"/>
              </a:spcBef>
              <a:buNone/>
              <a:defRPr sz="3300" b="0" i="0" u="none" strike="noStrike" cap="none">
                <a:solidFill>
                  <a:srgbClr val="888888"/>
                </a:solidFill>
                <a:latin typeface="Calibri"/>
                <a:ea typeface="Calibri"/>
                <a:cs typeface="Calibri"/>
                <a:sym typeface="Calibri"/>
              </a:defRPr>
            </a:lvl4pPr>
            <a:lvl5pPr marL="0" marR="0" lvl="4" indent="0" algn="r" rtl="0">
              <a:spcBef>
                <a:spcPts val="0"/>
              </a:spcBef>
              <a:buNone/>
              <a:defRPr sz="3300" b="0" i="0" u="none" strike="noStrike" cap="none">
                <a:solidFill>
                  <a:srgbClr val="888888"/>
                </a:solidFill>
                <a:latin typeface="Calibri"/>
                <a:ea typeface="Calibri"/>
                <a:cs typeface="Calibri"/>
                <a:sym typeface="Calibri"/>
              </a:defRPr>
            </a:lvl5pPr>
            <a:lvl6pPr marL="0" marR="0" lvl="5" indent="0" algn="r" rtl="0">
              <a:spcBef>
                <a:spcPts val="0"/>
              </a:spcBef>
              <a:buNone/>
              <a:defRPr sz="3300" b="0" i="0" u="none" strike="noStrike" cap="none">
                <a:solidFill>
                  <a:srgbClr val="888888"/>
                </a:solidFill>
                <a:latin typeface="Calibri"/>
                <a:ea typeface="Calibri"/>
                <a:cs typeface="Calibri"/>
                <a:sym typeface="Calibri"/>
              </a:defRPr>
            </a:lvl6pPr>
            <a:lvl7pPr marL="0" marR="0" lvl="6" indent="0" algn="r" rtl="0">
              <a:spcBef>
                <a:spcPts val="0"/>
              </a:spcBef>
              <a:buNone/>
              <a:defRPr sz="3300" b="0" i="0" u="none" strike="noStrike" cap="none">
                <a:solidFill>
                  <a:srgbClr val="888888"/>
                </a:solidFill>
                <a:latin typeface="Calibri"/>
                <a:ea typeface="Calibri"/>
                <a:cs typeface="Calibri"/>
                <a:sym typeface="Calibri"/>
              </a:defRPr>
            </a:lvl7pPr>
            <a:lvl8pPr marL="0" marR="0" lvl="7" indent="0" algn="r" rtl="0">
              <a:spcBef>
                <a:spcPts val="0"/>
              </a:spcBef>
              <a:buNone/>
              <a:defRPr sz="3300" b="0" i="0" u="none" strike="noStrike" cap="none">
                <a:solidFill>
                  <a:srgbClr val="888888"/>
                </a:solidFill>
                <a:latin typeface="Calibri"/>
                <a:ea typeface="Calibri"/>
                <a:cs typeface="Calibri"/>
                <a:sym typeface="Calibri"/>
              </a:defRPr>
            </a:lvl8pPr>
            <a:lvl9pPr marL="0" marR="0" lvl="8" indent="0" algn="r" rtl="0">
              <a:spcBef>
                <a:spcPts val="0"/>
              </a:spcBef>
              <a:buNone/>
              <a:defRPr sz="33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18" Type="http://schemas.openxmlformats.org/officeDocument/2006/relationships/image" Target="../media/image25.png"/><Relationship Id="rId3" Type="http://schemas.openxmlformats.org/officeDocument/2006/relationships/notesSlide" Target="../notesSlides/notesSlide1.xml"/><Relationship Id="rId21" Type="http://schemas.openxmlformats.org/officeDocument/2006/relationships/image" Target="../media/image13.emf"/><Relationship Id="rId7" Type="http://schemas.openxmlformats.org/officeDocument/2006/relationships/image" Target="../media/image1.wmf"/><Relationship Id="rId12" Type="http://schemas.openxmlformats.org/officeDocument/2006/relationships/image" Target="../media/image8.png"/><Relationship Id="rId17" Type="http://schemas.openxmlformats.org/officeDocument/2006/relationships/image" Target="../media/image24.png"/><Relationship Id="rId2" Type="http://schemas.openxmlformats.org/officeDocument/2006/relationships/slideLayout" Target="../slideLayouts/slideLayout1.xml"/><Relationship Id="rId16" Type="http://schemas.openxmlformats.org/officeDocument/2006/relationships/image" Target="../media/image12.png"/><Relationship Id="rId20" Type="http://schemas.openxmlformats.org/officeDocument/2006/relationships/image" Target="../media/image27.png"/><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7.png"/><Relationship Id="rId5" Type="http://schemas.openxmlformats.org/officeDocument/2006/relationships/image" Target="../media/image3.png"/><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26.png"/><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image" Target="../media/image10.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9.png"/><Relationship Id="rId18" Type="http://schemas.openxmlformats.org/officeDocument/2006/relationships/image" Target="../media/image33.png"/><Relationship Id="rId3" Type="http://schemas.openxmlformats.org/officeDocument/2006/relationships/notesSlide" Target="../notesSlides/notesSlide2.xml"/><Relationship Id="rId21" Type="http://schemas.openxmlformats.org/officeDocument/2006/relationships/image" Target="../media/image13.emf"/><Relationship Id="rId7" Type="http://schemas.openxmlformats.org/officeDocument/2006/relationships/image" Target="../media/image1.wmf"/><Relationship Id="rId12" Type="http://schemas.openxmlformats.org/officeDocument/2006/relationships/image" Target="../media/image17.png"/><Relationship Id="rId17" Type="http://schemas.openxmlformats.org/officeDocument/2006/relationships/image" Target="../media/image40.png"/><Relationship Id="rId2" Type="http://schemas.openxmlformats.org/officeDocument/2006/relationships/slideLayout" Target="../slideLayouts/slideLayout1.xml"/><Relationship Id="rId16" Type="http://schemas.openxmlformats.org/officeDocument/2006/relationships/image" Target="../media/image12.png"/><Relationship Id="rId20" Type="http://schemas.openxmlformats.org/officeDocument/2006/relationships/image" Target="../media/image35.png"/><Relationship Id="rId1" Type="http://schemas.openxmlformats.org/officeDocument/2006/relationships/vmlDrawing" Target="../drawings/vmlDrawing2.vml"/><Relationship Id="rId6" Type="http://schemas.openxmlformats.org/officeDocument/2006/relationships/oleObject" Target="../embeddings/oleObject1.bin"/><Relationship Id="rId11" Type="http://schemas.openxmlformats.org/officeDocument/2006/relationships/image" Target="../media/image16.png"/><Relationship Id="rId5" Type="http://schemas.openxmlformats.org/officeDocument/2006/relationships/image" Target="../media/image3.png"/><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34.png"/><Relationship Id="rId4" Type="http://schemas.openxmlformats.org/officeDocument/2006/relationships/image" Target="../media/image2.png"/><Relationship Id="rId9" Type="http://schemas.openxmlformats.org/officeDocument/2006/relationships/image" Target="../media/image15.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8"/>
        <p:cNvGrpSpPr/>
        <p:nvPr/>
      </p:nvGrpSpPr>
      <p:grpSpPr>
        <a:xfrm>
          <a:off x="0" y="0"/>
          <a:ext cx="0" cy="0"/>
          <a:chOff x="0" y="0"/>
          <a:chExt cx="0" cy="0"/>
        </a:xfrm>
      </p:grpSpPr>
      <p:sp>
        <p:nvSpPr>
          <p:cNvPr id="199" name="Google Shape;199;g32ac60abedf_0_104"/>
          <p:cNvSpPr/>
          <p:nvPr/>
        </p:nvSpPr>
        <p:spPr>
          <a:xfrm>
            <a:off x="12265680" y="3741242"/>
            <a:ext cx="889591" cy="28793075"/>
          </a:xfrm>
          <a:prstGeom prst="roundRect">
            <a:avLst>
              <a:gd name="adj" fmla="val 50000"/>
            </a:avLst>
          </a:prstGeom>
          <a:solidFill>
            <a:srgbClr val="F0F2FA"/>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798" b="0" i="0" u="none" strike="noStrike" cap="none">
              <a:solidFill>
                <a:schemeClr val="lt1"/>
              </a:solidFill>
              <a:latin typeface="Times New Roman"/>
              <a:ea typeface="Times New Roman"/>
              <a:cs typeface="Times New Roman"/>
              <a:sym typeface="Times New Roman"/>
            </a:endParaRPr>
          </a:p>
        </p:txBody>
      </p:sp>
      <p:sp>
        <p:nvSpPr>
          <p:cNvPr id="200" name="Google Shape;200;g32ac60abedf_0_104"/>
          <p:cNvSpPr/>
          <p:nvPr/>
        </p:nvSpPr>
        <p:spPr>
          <a:xfrm>
            <a:off x="341838" y="4015045"/>
            <a:ext cx="11604600" cy="596700"/>
          </a:xfrm>
          <a:prstGeom prst="roundRect">
            <a:avLst>
              <a:gd name="adj" fmla="val 34319"/>
            </a:avLst>
          </a:prstGeom>
          <a:solidFill>
            <a:srgbClr val="1C4587"/>
          </a:solidFill>
          <a:ln w="12700" cap="flat" cmpd="sng">
            <a:solidFill>
              <a:srgbClr val="1C458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4629"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4629" b="0" i="0" u="none" strike="noStrike" cap="none" dirty="0" smtClean="0">
                <a:solidFill>
                  <a:schemeClr val="lt1"/>
                </a:solidFill>
                <a:latin typeface="Times New Roman"/>
                <a:ea typeface="Times New Roman"/>
                <a:cs typeface="Times New Roman"/>
                <a:sym typeface="Times New Roman"/>
              </a:rPr>
              <a:t>1.  Abstract</a:t>
            </a:r>
            <a:endParaRPr dirty="0"/>
          </a:p>
          <a:p>
            <a:pPr marL="0" marR="0" lvl="0" indent="0" algn="ctr" rtl="0">
              <a:spcBef>
                <a:spcPts val="0"/>
              </a:spcBef>
              <a:spcAft>
                <a:spcPts val="0"/>
              </a:spcAft>
              <a:buNone/>
            </a:pPr>
            <a:endParaRPr sz="4629" b="0" i="0" u="none" strike="noStrike" cap="none" dirty="0">
              <a:solidFill>
                <a:schemeClr val="lt1"/>
              </a:solidFill>
              <a:latin typeface="Times New Roman"/>
              <a:ea typeface="Times New Roman"/>
              <a:cs typeface="Times New Roman"/>
              <a:sym typeface="Times New Roman"/>
            </a:endParaRPr>
          </a:p>
        </p:txBody>
      </p:sp>
      <p:sp>
        <p:nvSpPr>
          <p:cNvPr id="201" name="Google Shape;201;g32ac60abedf_0_104"/>
          <p:cNvSpPr/>
          <p:nvPr/>
        </p:nvSpPr>
        <p:spPr>
          <a:xfrm>
            <a:off x="410149" y="4768733"/>
            <a:ext cx="11598000" cy="3898990"/>
          </a:xfrm>
          <a:prstGeom prst="rect">
            <a:avLst/>
          </a:prstGeom>
          <a:solidFill>
            <a:srgbClr val="F0F2FA"/>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just" rtl="0">
              <a:spcBef>
                <a:spcPts val="0"/>
              </a:spcBef>
              <a:spcAft>
                <a:spcPts val="0"/>
              </a:spcAft>
              <a:buSzPts val="1100"/>
              <a:buNone/>
            </a:pPr>
            <a:r>
              <a:rPr lang="en-US" sz="2400" noProof="1" smtClean="0">
                <a:solidFill>
                  <a:schemeClr val="dk1"/>
                </a:solidFill>
                <a:latin typeface="Times New Roman"/>
                <a:ea typeface="Times New Roman"/>
                <a:cs typeface="Times New Roman"/>
                <a:sym typeface="Times New Roman"/>
              </a:rPr>
              <a:t>One of the main features of 5G communication networks is the use of massive MIMO technology with adaptive beamforming. This research focuses on using a linear array antenna</a:t>
            </a:r>
          </a:p>
          <a:p>
            <a:pPr marL="0" lvl="0" indent="0" algn="just" rtl="0">
              <a:spcBef>
                <a:spcPts val="0"/>
              </a:spcBef>
              <a:spcAft>
                <a:spcPts val="0"/>
              </a:spcAft>
              <a:buSzPts val="1100"/>
              <a:buNone/>
            </a:pPr>
            <a:r>
              <a:rPr lang="en-US" sz="2400" noProof="1" smtClean="0">
                <a:solidFill>
                  <a:schemeClr val="dk1"/>
                </a:solidFill>
                <a:latin typeface="Times New Roman"/>
                <a:ea typeface="Times New Roman"/>
                <a:cs typeface="Times New Roman"/>
                <a:sym typeface="Times New Roman"/>
              </a:rPr>
              <a:t>to manage unwanted signals like jamming, interference and noise. At the same time, it enhances signal strength towards the desired user or device.The main challenge was optimizing the weights of the antenna elements. To address this, adaptive algorithms like LCMV and RLS were used.To simplify the process, we applied two soft computing methods : Particle Swarm Optimization (PSO) and Genetic Algorithm (GA). The beamforming weights and radiation patterns were evaluated for cancelling the unwanted signal and enhancing the desired signal. The results were compared with existing algorithms and showed closely matched outcomes.</a:t>
            </a:r>
            <a:endParaRPr lang="en-US" sz="2400" noProof="1">
              <a:solidFill>
                <a:schemeClr val="dk1"/>
              </a:solidFill>
              <a:latin typeface="Times New Roman"/>
              <a:ea typeface="Times New Roman"/>
              <a:cs typeface="Times New Roman"/>
              <a:sym typeface="Times New Roman"/>
            </a:endParaRPr>
          </a:p>
        </p:txBody>
      </p:sp>
      <p:sp>
        <p:nvSpPr>
          <p:cNvPr id="202" name="Google Shape;202;g32ac60abedf_0_104"/>
          <p:cNvSpPr/>
          <p:nvPr/>
        </p:nvSpPr>
        <p:spPr>
          <a:xfrm>
            <a:off x="0" y="-12418"/>
            <a:ext cx="25146000" cy="3638400"/>
          </a:xfrm>
          <a:prstGeom prst="rect">
            <a:avLst/>
          </a:prstGeom>
          <a:solidFill>
            <a:srgbClr val="1C4587"/>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6000" b="1" i="0" u="none" strike="noStrike" cap="none">
              <a:solidFill>
                <a:schemeClr val="dk1"/>
              </a:solidFill>
              <a:latin typeface="Times New Roman"/>
              <a:ea typeface="Times New Roman"/>
              <a:cs typeface="Times New Roman"/>
              <a:sym typeface="Times New Roman"/>
            </a:endParaRPr>
          </a:p>
        </p:txBody>
      </p:sp>
      <p:sp>
        <p:nvSpPr>
          <p:cNvPr id="203" name="Google Shape;203;g32ac60abedf_0_104"/>
          <p:cNvSpPr/>
          <p:nvPr/>
        </p:nvSpPr>
        <p:spPr>
          <a:xfrm>
            <a:off x="501171" y="13450455"/>
            <a:ext cx="11516700" cy="4204800"/>
          </a:xfrm>
          <a:prstGeom prst="rect">
            <a:avLst/>
          </a:prstGeom>
          <a:solidFill>
            <a:srgbClr val="F0F2FA"/>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just" rtl="0">
              <a:lnSpc>
                <a:spcPct val="115000"/>
              </a:lnSpc>
              <a:spcBef>
                <a:spcPts val="0"/>
              </a:spcBef>
              <a:spcAft>
                <a:spcPts val="0"/>
              </a:spcAft>
              <a:buSzPts val="1100"/>
              <a:buNone/>
            </a:pPr>
            <a:r>
              <a:rPr lang="en-US" sz="2400" noProof="1" smtClean="0">
                <a:solidFill>
                  <a:schemeClr val="dk1"/>
                </a:solidFill>
              </a:rPr>
              <a:t>PSO outperforms in optimizing the amplitude and position of antenna elements to improve the performance of beamforming and antenna array synthesis as compared by the authors in [1]  while the authors in [2]  have shown how Genetic Algorithm(GA) enhances load balancing among antenna elements. Massive MIMO-OFDM combined with a genetic algorithm (GA) used in [3] improves signal quality by improving the signal-to-interference noise ratio (SINR),reducing bit error rate (BER), and lowering power consumption, all of which contribute to better service quality.Particle Swarm Optimization (PSO) excels in optimizing signal strength and minimizing interference as proposed by the authors in [4].</a:t>
            </a:r>
            <a:endParaRPr lang="en-US" sz="2400" noProof="1"/>
          </a:p>
        </p:txBody>
      </p:sp>
      <p:sp>
        <p:nvSpPr>
          <p:cNvPr id="204" name="Google Shape;204;g32ac60abedf_0_104"/>
          <p:cNvSpPr/>
          <p:nvPr/>
        </p:nvSpPr>
        <p:spPr>
          <a:xfrm>
            <a:off x="341838" y="17817014"/>
            <a:ext cx="11604600" cy="596700"/>
          </a:xfrm>
          <a:prstGeom prst="roundRect">
            <a:avLst>
              <a:gd name="adj" fmla="val 34319"/>
            </a:avLst>
          </a:prstGeom>
          <a:solidFill>
            <a:srgbClr val="1C4587"/>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4</a:t>
            </a:r>
            <a:r>
              <a:rPr lang="en-US" sz="4629" b="0" i="0" u="none" strike="noStrike" cap="none" dirty="0" smtClean="0">
                <a:solidFill>
                  <a:schemeClr val="lt1"/>
                </a:solidFill>
                <a:latin typeface="Times New Roman"/>
                <a:ea typeface="Times New Roman"/>
                <a:cs typeface="Times New Roman"/>
                <a:sym typeface="Times New Roman"/>
              </a:rPr>
              <a:t>.  </a:t>
            </a:r>
            <a:r>
              <a:rPr lang="en-US" sz="4629" b="0" i="0" u="none" strike="noStrike" cap="none" dirty="0">
                <a:solidFill>
                  <a:schemeClr val="lt1"/>
                </a:solidFill>
                <a:latin typeface="Times New Roman"/>
                <a:ea typeface="Times New Roman"/>
                <a:cs typeface="Times New Roman"/>
                <a:sym typeface="Times New Roman"/>
              </a:rPr>
              <a:t>Methodology</a:t>
            </a:r>
            <a:endParaRPr dirty="0"/>
          </a:p>
        </p:txBody>
      </p:sp>
      <p:sp>
        <p:nvSpPr>
          <p:cNvPr id="205" name="Google Shape;205;g32ac60abedf_0_104"/>
          <p:cNvSpPr/>
          <p:nvPr/>
        </p:nvSpPr>
        <p:spPr>
          <a:xfrm>
            <a:off x="371836" y="12603471"/>
            <a:ext cx="11604600" cy="596700"/>
          </a:xfrm>
          <a:prstGeom prst="roundRect">
            <a:avLst>
              <a:gd name="adj" fmla="val 34319"/>
            </a:avLst>
          </a:prstGeom>
          <a:solidFill>
            <a:srgbClr val="1C4587"/>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3</a:t>
            </a:r>
            <a:r>
              <a:rPr lang="en-US" sz="4629" b="0" i="0" u="none" strike="noStrike" cap="none" dirty="0" smtClean="0">
                <a:solidFill>
                  <a:schemeClr val="lt1"/>
                </a:solidFill>
                <a:latin typeface="Times New Roman"/>
                <a:ea typeface="Times New Roman"/>
                <a:cs typeface="Times New Roman"/>
                <a:sym typeface="Times New Roman"/>
              </a:rPr>
              <a:t>.  </a:t>
            </a:r>
            <a:r>
              <a:rPr lang="en-US" sz="4629" b="0" i="0" u="none" strike="noStrike" cap="none" dirty="0">
                <a:solidFill>
                  <a:schemeClr val="lt1"/>
                </a:solidFill>
                <a:latin typeface="Times New Roman"/>
                <a:ea typeface="Times New Roman"/>
                <a:cs typeface="Times New Roman"/>
                <a:sym typeface="Times New Roman"/>
              </a:rPr>
              <a:t>Literature Review</a:t>
            </a:r>
            <a:endParaRPr dirty="0"/>
          </a:p>
        </p:txBody>
      </p:sp>
      <p:sp>
        <p:nvSpPr>
          <p:cNvPr id="207" name="Google Shape;207;g32ac60abedf_0_104"/>
          <p:cNvSpPr/>
          <p:nvPr/>
        </p:nvSpPr>
        <p:spPr>
          <a:xfrm>
            <a:off x="2550290" y="52360633"/>
            <a:ext cx="11324857" cy="1650900"/>
          </a:xfrm>
          <a:prstGeom prst="rect">
            <a:avLst/>
          </a:prstGeom>
          <a:solidFill>
            <a:srgbClr val="FEF6F0"/>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dirty="0" err="1" smtClean="0"/>
              <a:t>Ddddd</a:t>
            </a:r>
            <a:r>
              <a:rPr lang="en-US" dirty="0" smtClean="0"/>
              <a:t> </a:t>
            </a:r>
            <a:endParaRPr dirty="0"/>
          </a:p>
        </p:txBody>
      </p:sp>
      <p:sp>
        <p:nvSpPr>
          <p:cNvPr id="214" name="Google Shape;214;g32ac60abedf_0_104"/>
          <p:cNvSpPr txBox="1"/>
          <p:nvPr/>
        </p:nvSpPr>
        <p:spPr>
          <a:xfrm>
            <a:off x="3094199" y="57550"/>
            <a:ext cx="20598600" cy="193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a:solidFill>
                  <a:schemeClr val="lt1"/>
                </a:solidFill>
                <a:latin typeface="Times New Roman"/>
                <a:ea typeface="Times New Roman"/>
                <a:cs typeface="Times New Roman"/>
                <a:sym typeface="Times New Roman"/>
              </a:rPr>
              <a:t>Adaptive Beamforming of Linear Array Antenna System using Particle Swarm Optimization and Genetic Algorithm</a:t>
            </a:r>
            <a:endParaRPr>
              <a:latin typeface="Times New Roman"/>
              <a:ea typeface="Times New Roman"/>
              <a:cs typeface="Times New Roman"/>
              <a:sym typeface="Times New Roman"/>
            </a:endParaRPr>
          </a:p>
        </p:txBody>
      </p:sp>
      <p:sp>
        <p:nvSpPr>
          <p:cNvPr id="215" name="Google Shape;215;g32ac60abedf_0_104"/>
          <p:cNvSpPr txBox="1"/>
          <p:nvPr/>
        </p:nvSpPr>
        <p:spPr>
          <a:xfrm>
            <a:off x="3563400" y="2428103"/>
            <a:ext cx="9009600" cy="10771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smtClean="0">
                <a:solidFill>
                  <a:schemeClr val="lt1"/>
                </a:solidFill>
                <a:latin typeface="Times New Roman"/>
                <a:ea typeface="Times New Roman"/>
                <a:cs typeface="Times New Roman"/>
                <a:sym typeface="Times New Roman"/>
              </a:rPr>
              <a:t>Exam </a:t>
            </a:r>
            <a:r>
              <a:rPr lang="en-US" sz="3200" dirty="0">
                <a:solidFill>
                  <a:schemeClr val="lt1"/>
                </a:solidFill>
                <a:latin typeface="Times New Roman"/>
                <a:ea typeface="Times New Roman"/>
                <a:cs typeface="Times New Roman"/>
                <a:sym typeface="Times New Roman"/>
              </a:rPr>
              <a:t>Roll: 202180 &amp; 202182</a:t>
            </a:r>
            <a:endParaRPr dirty="0"/>
          </a:p>
          <a:p>
            <a:pPr marL="0" marR="0" lvl="0" indent="0" algn="l" rtl="0">
              <a:spcBef>
                <a:spcPts val="0"/>
              </a:spcBef>
              <a:spcAft>
                <a:spcPts val="0"/>
              </a:spcAft>
              <a:buNone/>
            </a:pPr>
            <a:endParaRPr sz="3200" dirty="0">
              <a:solidFill>
                <a:schemeClr val="lt1"/>
              </a:solidFill>
              <a:latin typeface="Times New Roman"/>
              <a:ea typeface="Times New Roman"/>
              <a:cs typeface="Times New Roman"/>
              <a:sym typeface="Times New Roman"/>
            </a:endParaRPr>
          </a:p>
        </p:txBody>
      </p:sp>
      <p:sp>
        <p:nvSpPr>
          <p:cNvPr id="216" name="Google Shape;216;g32ac60abedf_0_104"/>
          <p:cNvSpPr txBox="1"/>
          <p:nvPr/>
        </p:nvSpPr>
        <p:spPr>
          <a:xfrm>
            <a:off x="11109960" y="2400259"/>
            <a:ext cx="13732124" cy="107717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3200" noProof="1" smtClean="0">
                <a:solidFill>
                  <a:schemeClr val="lt1"/>
                </a:solidFill>
                <a:latin typeface="Times New Roman"/>
                <a:ea typeface="Times New Roman"/>
                <a:cs typeface="Times New Roman"/>
                <a:sym typeface="Times New Roman"/>
              </a:rPr>
              <a:t>Dep</a:t>
            </a:r>
            <a:r>
              <a:rPr lang="en-US" sz="3200" noProof="1" smtClean="0">
                <a:solidFill>
                  <a:schemeClr val="lt1"/>
                </a:solidFill>
                <a:latin typeface="Times New Roman"/>
                <a:ea typeface="Times New Roman"/>
                <a:cs typeface="Times New Roman"/>
                <a:sym typeface="Times New Roman"/>
              </a:rPr>
              <a:t>artment</a:t>
            </a:r>
            <a:r>
              <a:rPr lang="en-US" sz="3200" noProof="1" smtClean="0">
                <a:solidFill>
                  <a:schemeClr val="lt1"/>
                </a:solidFill>
                <a:latin typeface="Times New Roman"/>
                <a:ea typeface="Times New Roman"/>
                <a:cs typeface="Times New Roman"/>
                <a:sym typeface="Times New Roman"/>
              </a:rPr>
              <a:t> </a:t>
            </a:r>
            <a:r>
              <a:rPr lang="en-US" sz="3200" noProof="1" smtClean="0">
                <a:solidFill>
                  <a:schemeClr val="lt1"/>
                </a:solidFill>
                <a:latin typeface="Times New Roman"/>
                <a:ea typeface="Times New Roman"/>
                <a:cs typeface="Times New Roman"/>
                <a:sym typeface="Times New Roman"/>
              </a:rPr>
              <a:t>of </a:t>
            </a:r>
            <a:r>
              <a:rPr lang="en-US" sz="3200" noProof="1" smtClean="0">
                <a:solidFill>
                  <a:schemeClr val="lt1"/>
                </a:solidFill>
                <a:latin typeface="Times New Roman"/>
                <a:ea typeface="Times New Roman"/>
                <a:cs typeface="Times New Roman"/>
                <a:sym typeface="Times New Roman"/>
              </a:rPr>
              <a:t>Computer Science &amp; Engineering,</a:t>
            </a:r>
          </a:p>
          <a:p>
            <a:pPr marL="0" marR="0" lvl="0" indent="0" algn="r" rtl="0">
              <a:spcBef>
                <a:spcPts val="0"/>
              </a:spcBef>
              <a:spcAft>
                <a:spcPts val="0"/>
              </a:spcAft>
              <a:buNone/>
            </a:pPr>
            <a:r>
              <a:rPr lang="en-US" sz="3200" noProof="1" smtClean="0">
                <a:solidFill>
                  <a:schemeClr val="lt1"/>
                </a:solidFill>
                <a:latin typeface="Times New Roman"/>
                <a:ea typeface="Times New Roman"/>
                <a:cs typeface="Times New Roman"/>
                <a:sym typeface="Times New Roman"/>
              </a:rPr>
              <a:t>Jahangirnagar </a:t>
            </a:r>
            <a:r>
              <a:rPr lang="en-US" sz="3200" noProof="1" smtClean="0">
                <a:solidFill>
                  <a:schemeClr val="lt1"/>
                </a:solidFill>
                <a:latin typeface="Times New Roman"/>
                <a:ea typeface="Times New Roman"/>
                <a:cs typeface="Times New Roman"/>
                <a:sym typeface="Times New Roman"/>
              </a:rPr>
              <a:t>University</a:t>
            </a:r>
            <a:endParaRPr lang="en-US" noProof="1"/>
          </a:p>
        </p:txBody>
      </p:sp>
      <p:pic>
        <p:nvPicPr>
          <p:cNvPr id="217" name="Google Shape;217;g32ac60abedf_0_104"/>
          <p:cNvPicPr preferRelativeResize="0"/>
          <p:nvPr/>
        </p:nvPicPr>
        <p:blipFill rotWithShape="1">
          <a:blip r:embed="rId4">
            <a:alphaModFix/>
          </a:blip>
          <a:srcRect/>
          <a:stretch/>
        </p:blipFill>
        <p:spPr>
          <a:xfrm>
            <a:off x="1020199" y="959572"/>
            <a:ext cx="1924512" cy="2282336"/>
          </a:xfrm>
          <a:prstGeom prst="rect">
            <a:avLst/>
          </a:prstGeom>
          <a:noFill/>
          <a:ln>
            <a:noFill/>
          </a:ln>
        </p:spPr>
      </p:pic>
      <p:sp>
        <p:nvSpPr>
          <p:cNvPr id="220" name="Google Shape;220;g32ac60abedf_0_104"/>
          <p:cNvSpPr/>
          <p:nvPr/>
        </p:nvSpPr>
        <p:spPr>
          <a:xfrm>
            <a:off x="475732" y="18624448"/>
            <a:ext cx="11426755" cy="1677600"/>
          </a:xfrm>
          <a:prstGeom prst="rect">
            <a:avLst/>
          </a:prstGeom>
          <a:solidFill>
            <a:srgbClr val="F0F2FA"/>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The basic architecture of AAS with adaptive beamforming technique is</a:t>
            </a:r>
            <a:r>
              <a:rPr lang="en-US" sz="2400" b="0" i="0" u="none" strike="noStrike" cap="none" dirty="0">
                <a:solidFill>
                  <a:schemeClr val="dk1"/>
                </a:solidFill>
                <a:latin typeface="Times New Roman"/>
                <a:ea typeface="Times New Roman"/>
                <a:cs typeface="Times New Roman"/>
                <a:sym typeface="Times New Roman"/>
              </a:rPr>
              <a:t> shown in fig. 01. </a:t>
            </a:r>
            <a:r>
              <a:rPr lang="en-US" sz="2400" dirty="0">
                <a:solidFill>
                  <a:schemeClr val="dk1"/>
                </a:solidFill>
                <a:latin typeface="Times New Roman"/>
                <a:ea typeface="Times New Roman"/>
                <a:cs typeface="Times New Roman"/>
                <a:sym typeface="Times New Roman"/>
              </a:rPr>
              <a:t>Different types of adaptive algorithm are used in adaptive beamforming which transmits or receives the desired signal from a particular direction of arrival at the same time reject the unwanted signal of particular direction .</a:t>
            </a:r>
            <a:endParaRPr dirty="0"/>
          </a:p>
        </p:txBody>
      </p:sp>
      <p:sp>
        <p:nvSpPr>
          <p:cNvPr id="221" name="Google Shape;221;g32ac60abedf_0_104"/>
          <p:cNvSpPr/>
          <p:nvPr/>
        </p:nvSpPr>
        <p:spPr>
          <a:xfrm>
            <a:off x="437752" y="31117455"/>
            <a:ext cx="11412771" cy="535500"/>
          </a:xfrm>
          <a:prstGeom prst="rect">
            <a:avLst/>
          </a:prstGeom>
          <a:solidFill>
            <a:srgbClr val="F0F2FA"/>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Times New Roman"/>
                <a:ea typeface="Times New Roman"/>
                <a:cs typeface="Times New Roman"/>
                <a:sym typeface="Times New Roman"/>
              </a:rPr>
              <a:t>Fig 01: The basic architecture of adaptive beamforming</a:t>
            </a:r>
            <a:endParaRPr dirty="0"/>
          </a:p>
        </p:txBody>
      </p:sp>
      <p:pic>
        <p:nvPicPr>
          <p:cNvPr id="222" name="Google Shape;222;g32ac60abedf_0_104"/>
          <p:cNvPicPr preferRelativeResize="0"/>
          <p:nvPr/>
        </p:nvPicPr>
        <p:blipFill>
          <a:blip r:embed="rId5">
            <a:alphaModFix/>
          </a:blip>
          <a:stretch>
            <a:fillRect/>
          </a:stretch>
        </p:blipFill>
        <p:spPr>
          <a:xfrm>
            <a:off x="481700" y="20484451"/>
            <a:ext cx="11324876" cy="10439500"/>
          </a:xfrm>
          <a:prstGeom prst="rect">
            <a:avLst/>
          </a:prstGeom>
          <a:noFill/>
          <a:ln w="38100" cap="flat" cmpd="sng">
            <a:solidFill>
              <a:schemeClr val="dk2"/>
            </a:solidFill>
            <a:prstDash val="solid"/>
            <a:round/>
            <a:headEnd type="none" w="sm" len="sm"/>
            <a:tailEnd type="none" w="sm" len="sm"/>
          </a:ln>
        </p:spPr>
      </p:pic>
      <p:sp>
        <p:nvSpPr>
          <p:cNvPr id="18" name="Rectangle 16"/>
          <p:cNvSpPr>
            <a:spLocks noChangeArrowheads="1"/>
          </p:cNvSpPr>
          <p:nvPr/>
        </p:nvSpPr>
        <p:spPr bwMode="auto">
          <a:xfrm>
            <a:off x="0" y="0"/>
            <a:ext cx="2514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9" name="Object 18"/>
          <p:cNvGraphicFramePr>
            <a:graphicFrameLocks noChangeAspect="1"/>
          </p:cNvGraphicFramePr>
          <p:nvPr/>
        </p:nvGraphicFramePr>
        <p:xfrm>
          <a:off x="0" y="457200"/>
          <a:ext cx="136525" cy="136525"/>
        </p:xfrm>
        <a:graphic>
          <a:graphicData uri="http://schemas.openxmlformats.org/presentationml/2006/ole">
            <mc:AlternateContent xmlns:mc="http://schemas.openxmlformats.org/markup-compatibility/2006">
              <mc:Choice xmlns:v="urn:schemas-microsoft-com:vml" Requires="v">
                <p:oleObj spid="_x0000_s4122" name="Equation" r:id="rId6" imgW="139518" imgH="126835" progId="Equation.3">
                  <p:embed/>
                </p:oleObj>
              </mc:Choice>
              <mc:Fallback>
                <p:oleObj name="Equation" r:id="rId6" imgW="139518" imgH="126835" progId="Equation.3">
                  <p:embed/>
                  <p:pic>
                    <p:nvPicPr>
                      <p:cNvPr id="19"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57200"/>
                        <a:ext cx="136525" cy="136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Google Shape;205;g32ac60abedf_0_104"/>
          <p:cNvSpPr/>
          <p:nvPr/>
        </p:nvSpPr>
        <p:spPr>
          <a:xfrm>
            <a:off x="342382" y="8845843"/>
            <a:ext cx="11604600" cy="596700"/>
          </a:xfrm>
          <a:prstGeom prst="roundRect">
            <a:avLst>
              <a:gd name="adj" fmla="val 34319"/>
            </a:avLst>
          </a:prstGeom>
          <a:solidFill>
            <a:srgbClr val="1C4587"/>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2</a:t>
            </a:r>
            <a:r>
              <a:rPr lang="en-US" sz="4629" b="0" i="0" u="none" strike="noStrike" cap="none" dirty="0" smtClean="0">
                <a:solidFill>
                  <a:schemeClr val="lt1"/>
                </a:solidFill>
                <a:latin typeface="Times New Roman"/>
                <a:ea typeface="Times New Roman"/>
                <a:cs typeface="Times New Roman"/>
                <a:sym typeface="Times New Roman"/>
              </a:rPr>
              <a:t>.  </a:t>
            </a:r>
            <a:r>
              <a:rPr lang="en-US" sz="4629" dirty="0" smtClean="0">
                <a:solidFill>
                  <a:schemeClr val="lt1"/>
                </a:solidFill>
                <a:latin typeface="Times New Roman"/>
                <a:ea typeface="Times New Roman"/>
                <a:cs typeface="Times New Roman"/>
                <a:sym typeface="Times New Roman"/>
              </a:rPr>
              <a:t>Introduction</a:t>
            </a:r>
            <a:endParaRPr dirty="0"/>
          </a:p>
        </p:txBody>
      </p:sp>
      <p:sp>
        <p:nvSpPr>
          <p:cNvPr id="8" name="TextBox 7"/>
          <p:cNvSpPr txBox="1"/>
          <p:nvPr/>
        </p:nvSpPr>
        <p:spPr>
          <a:xfrm>
            <a:off x="475733" y="9723438"/>
            <a:ext cx="11466831" cy="2677656"/>
          </a:xfrm>
          <a:prstGeom prst="rect">
            <a:avLst/>
          </a:prstGeom>
          <a:solidFill>
            <a:srgbClr val="F0F2FA"/>
          </a:solid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Adaptive beamforming is an adaptive technique by which we can transmit or detect the desired signal from the direction of arrival of signal. Signal may come from any direction but we have to tune the antenna to extract the target signal at the same time the interference from other direction has to be eliminated. Principal component of an adaptive beam former is an adaptive filter consists of two parts, a digital filter with adjustable coefficients and adaptive algorithm which is used to adjust the coefficients of the filter. In this research work GA and PSO will also be applied to perform the same work.   </a:t>
            </a:r>
          </a:p>
        </p:txBody>
      </p:sp>
      <mc:AlternateContent xmlns:mc="http://schemas.openxmlformats.org/markup-compatibility/2006" xmlns:a14="http://schemas.microsoft.com/office/drawing/2010/main">
        <mc:Choice Requires="a14">
          <p:sp>
            <p:nvSpPr>
              <p:cNvPr id="12" name="TextBox 11"/>
              <p:cNvSpPr txBox="1"/>
              <p:nvPr/>
            </p:nvSpPr>
            <p:spPr>
              <a:xfrm>
                <a:off x="504697" y="31846459"/>
                <a:ext cx="11345826" cy="461665"/>
              </a:xfrm>
              <a:prstGeom prst="rect">
                <a:avLst/>
              </a:prstGeom>
              <a:solidFill>
                <a:srgbClr val="F0F2FA"/>
              </a:solidFill>
            </p:spPr>
            <p:txBody>
              <a:bodyPr wrap="square" rtlCol="0">
                <a:spAutoFit/>
              </a:bodyPr>
              <a:lstStyle/>
              <a:p>
                <a:pPr algn="just"/>
                <a:r>
                  <a:rPr lang="en-US" sz="2400" noProof="1">
                    <a:latin typeface="Times New Roman" panose="02020603050405020304" pitchFamily="18" charset="0"/>
                    <a:cs typeface="Times New Roman" panose="02020603050405020304" pitchFamily="18" charset="0"/>
                  </a:rPr>
                  <a:t>If the wave-front makes an angle </a:t>
                </a:r>
                <a14:m>
                  <m:oMath xmlns:m="http://schemas.openxmlformats.org/officeDocument/2006/math">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𝜃</m:t>
                        </m:r>
                      </m:e>
                      <m:sub>
                        <m:r>
                          <a:rPr lang="en-US" sz="2400" i="1" noProof="1" dirty="0">
                            <a:latin typeface="Cambria Math" panose="02040503050406030204" pitchFamily="18" charset="0"/>
                          </a:rPr>
                          <m:t>0</m:t>
                        </m:r>
                      </m:sub>
                    </m:sSub>
                  </m:oMath>
                </a14:m>
                <a:r>
                  <a:rPr lang="en-US" sz="2400" noProof="1">
                    <a:latin typeface="Times New Roman" panose="02020603050405020304" pitchFamily="18" charset="0"/>
                    <a:cs typeface="Times New Roman" panose="02020603050405020304" pitchFamily="18" charset="0"/>
                  </a:rPr>
                  <a:t> with the vertical axis then for path difference </a:t>
                </a:r>
                <a:r>
                  <a:rPr lang="en-US" sz="2400" noProof="1" smtClean="0">
                    <a:latin typeface="Times New Roman" panose="02020603050405020304" pitchFamily="18" charset="0"/>
                    <a:cs typeface="Times New Roman" panose="02020603050405020304" pitchFamily="18" charset="0"/>
                  </a:rPr>
                  <a:t>of</a:t>
                </a:r>
                <a:endParaRPr lang="en-US" sz="2400" dirty="0">
                  <a:latin typeface="Times New Roman" panose="02020603050405020304" pitchFamily="18"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504697" y="31846459"/>
                <a:ext cx="11345826" cy="461665"/>
              </a:xfrm>
              <a:prstGeom prst="rect">
                <a:avLst/>
              </a:prstGeom>
              <a:blipFill>
                <a:blip r:embed="rId8"/>
                <a:stretch>
                  <a:fillRect l="-860" t="-10526" b="-28947"/>
                </a:stretch>
              </a:blipFill>
            </p:spPr>
            <p:txBody>
              <a:bodyPr/>
              <a:lstStyle/>
              <a:p>
                <a:r>
                  <a:rPr lang="en-US">
                    <a:noFill/>
                  </a:rPr>
                  <a:t> </a:t>
                </a:r>
              </a:p>
            </p:txBody>
          </p:sp>
        </mc:Fallback>
      </mc:AlternateContent>
      <p:sp>
        <p:nvSpPr>
          <p:cNvPr id="39" name="Google Shape;206;g32ac60abedf_0_104"/>
          <p:cNvSpPr/>
          <p:nvPr/>
        </p:nvSpPr>
        <p:spPr>
          <a:xfrm>
            <a:off x="13518464" y="15867899"/>
            <a:ext cx="11604600" cy="741839"/>
          </a:xfrm>
          <a:prstGeom prst="roundRect">
            <a:avLst>
              <a:gd name="adj" fmla="val 34319"/>
            </a:avLst>
          </a:prstGeom>
          <a:solidFill>
            <a:srgbClr val="1C4587"/>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5</a:t>
            </a:r>
            <a:r>
              <a:rPr lang="en-US" sz="4629" dirty="0" smtClean="0">
                <a:solidFill>
                  <a:schemeClr val="lt1"/>
                </a:solidFill>
                <a:latin typeface="Times New Roman"/>
                <a:ea typeface="Times New Roman"/>
                <a:cs typeface="Times New Roman"/>
                <a:sym typeface="Times New Roman"/>
              </a:rPr>
              <a:t>.  </a:t>
            </a:r>
            <a:r>
              <a:rPr lang="en-US" sz="4629" dirty="0">
                <a:solidFill>
                  <a:schemeClr val="lt1"/>
                </a:solidFill>
                <a:latin typeface="Times New Roman"/>
                <a:ea typeface="Times New Roman"/>
                <a:cs typeface="Times New Roman"/>
                <a:sym typeface="Times New Roman"/>
              </a:rPr>
              <a:t>Results</a:t>
            </a:r>
            <a:endParaRPr dirty="0"/>
          </a:p>
        </p:txBody>
      </p:sp>
      <p:sp>
        <p:nvSpPr>
          <p:cNvPr id="40" name="Google Shape;212;g32ac60abedf_0_104"/>
          <p:cNvSpPr/>
          <p:nvPr/>
        </p:nvSpPr>
        <p:spPr>
          <a:xfrm>
            <a:off x="13540205" y="28467417"/>
            <a:ext cx="11485501" cy="676152"/>
          </a:xfrm>
          <a:prstGeom prst="roundRect">
            <a:avLst>
              <a:gd name="adj" fmla="val 34319"/>
            </a:avLst>
          </a:prstGeom>
          <a:solidFill>
            <a:srgbClr val="1C4587"/>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6</a:t>
            </a:r>
            <a:r>
              <a:rPr lang="en-US" sz="4629" dirty="0" smtClean="0">
                <a:solidFill>
                  <a:schemeClr val="lt1"/>
                </a:solidFill>
                <a:latin typeface="Times New Roman"/>
                <a:ea typeface="Times New Roman"/>
                <a:cs typeface="Times New Roman"/>
                <a:sym typeface="Times New Roman"/>
              </a:rPr>
              <a:t>.  </a:t>
            </a:r>
            <a:r>
              <a:rPr lang="en-US" sz="4629" dirty="0">
                <a:solidFill>
                  <a:schemeClr val="lt1"/>
                </a:solidFill>
                <a:latin typeface="Times New Roman"/>
                <a:ea typeface="Times New Roman"/>
                <a:cs typeface="Times New Roman"/>
                <a:sym typeface="Times New Roman"/>
              </a:rPr>
              <a:t>References</a:t>
            </a:r>
            <a:endParaRPr dirty="0"/>
          </a:p>
        </p:txBody>
      </p:sp>
      <p:sp>
        <p:nvSpPr>
          <p:cNvPr id="41" name="Google Shape;213;g32ac60abedf_0_104"/>
          <p:cNvSpPr/>
          <p:nvPr/>
        </p:nvSpPr>
        <p:spPr>
          <a:xfrm>
            <a:off x="13509083" y="29373085"/>
            <a:ext cx="11516700" cy="3097200"/>
          </a:xfrm>
          <a:prstGeom prst="rect">
            <a:avLst/>
          </a:prstGeom>
          <a:solidFill>
            <a:srgbClr val="F0F2FA"/>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just" rtl="0">
              <a:lnSpc>
                <a:spcPct val="90000"/>
              </a:lnSpc>
              <a:spcBef>
                <a:spcPts val="0"/>
              </a:spcBef>
              <a:spcAft>
                <a:spcPts val="0"/>
              </a:spcAft>
              <a:buNone/>
            </a:pPr>
            <a:r>
              <a:rPr lang="en-US" sz="1850" noProof="1" smtClean="0">
                <a:solidFill>
                  <a:schemeClr val="dk1"/>
                </a:solidFill>
              </a:rPr>
              <a:t>[1] A. Durmus, R. Kurban, and E. Karakose, “A comparison of swarm-based optimization algorithms in linear antenna array synthesis,” Journal of Computational Electronics, vol. 20, pp. 1–12, August 2021.</a:t>
            </a:r>
          </a:p>
          <a:p>
            <a:pPr marL="0" lvl="0" indent="0" algn="just" rtl="0">
              <a:lnSpc>
                <a:spcPct val="90000"/>
              </a:lnSpc>
              <a:spcBef>
                <a:spcPts val="0"/>
              </a:spcBef>
              <a:spcAft>
                <a:spcPts val="0"/>
              </a:spcAft>
              <a:buNone/>
            </a:pPr>
            <a:r>
              <a:rPr lang="en-US" sz="1850" noProof="1" smtClean="0">
                <a:solidFill>
                  <a:schemeClr val="dk1"/>
                </a:solidFill>
              </a:rPr>
              <a:t>[2] J. Andr´es V´asquez-Peralvo, J. Querol, F. Ort´ız, J. Luis Gonz´alez Rios, E. Lagunas,L. Manuel Garc´es-Socorr´as, J. Carlos Merlano Duncan, M. O. K. Mendonc¸a, andS. Chatzinotas, “Multibeam beamforming for direct radiating arrays in satellite communications using genetic algorithm,” IEEE Open Journal of the Communications Society, vol. 5, pp. 2343–2357, 2024.</a:t>
            </a:r>
          </a:p>
          <a:p>
            <a:pPr marL="0" lvl="0" indent="0" algn="just" rtl="0">
              <a:lnSpc>
                <a:spcPct val="90000"/>
              </a:lnSpc>
              <a:spcBef>
                <a:spcPts val="0"/>
              </a:spcBef>
              <a:spcAft>
                <a:spcPts val="0"/>
              </a:spcAft>
              <a:buNone/>
            </a:pPr>
            <a:r>
              <a:rPr lang="en-US" sz="1850" noProof="1" smtClean="0">
                <a:solidFill>
                  <a:schemeClr val="dk1"/>
                </a:solidFill>
              </a:rPr>
              <a:t>[3] M. B. D. Kadhiravan and B. Ramsugesh, “Ga based adaptive beamforming in high-interference environments for xg networks,” Irish Interdisciplinary Journal of Sciences Research (IIJSR), vol. 4, pp. 48–54, 2020.</a:t>
            </a:r>
          </a:p>
          <a:p>
            <a:pPr marL="0" lvl="0" indent="0" algn="just" rtl="0">
              <a:lnSpc>
                <a:spcPct val="90000"/>
              </a:lnSpc>
              <a:spcBef>
                <a:spcPts val="0"/>
              </a:spcBef>
              <a:spcAft>
                <a:spcPts val="0"/>
              </a:spcAft>
              <a:buNone/>
            </a:pPr>
            <a:r>
              <a:rPr lang="en-US" sz="1850" noProof="1" smtClean="0">
                <a:solidFill>
                  <a:schemeClr val="dk1"/>
                </a:solidFill>
              </a:rPr>
              <a:t>[4] L. Hou, Y. Liu, X. Ma, Y. Li, S. Na, and M. Jin, “Particle swarm optimization inspired low-complexity beamforming for mmwave massive mimo systems,” in 2020 IEEE Wireless Communications and Networking Conference (WCNC), 2020,pp. 1–6.</a:t>
            </a:r>
            <a:endParaRPr lang="en-US" sz="1850" noProof="1">
              <a:solidFill>
                <a:schemeClr val="dk1"/>
              </a:solidFill>
              <a:latin typeface="Times New Roman"/>
              <a:ea typeface="Times New Roman"/>
              <a:cs typeface="Times New Roman"/>
              <a:sym typeface="Times New Roman"/>
            </a:endParaRPr>
          </a:p>
        </p:txBody>
      </p:sp>
      <p:sp>
        <p:nvSpPr>
          <p:cNvPr id="42" name="Google Shape;219;g32ac60abedf_0_104"/>
          <p:cNvSpPr/>
          <p:nvPr/>
        </p:nvSpPr>
        <p:spPr>
          <a:xfrm>
            <a:off x="13628183" y="16716164"/>
            <a:ext cx="11440729" cy="4351357"/>
          </a:xfrm>
          <a:prstGeom prst="rect">
            <a:avLst/>
          </a:prstGeom>
          <a:solidFill>
            <a:srgbClr val="F0F2FA"/>
          </a:solidFill>
          <a:ln w="12700" cap="flat" cmpd="sng">
            <a:solidFill>
              <a:srgbClr val="5F187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42">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3" name="Rectangle 42"/>
              <p:cNvSpPr/>
              <p:nvPr/>
            </p:nvSpPr>
            <p:spPr>
              <a:xfrm>
                <a:off x="13507086" y="3991932"/>
                <a:ext cx="11551737" cy="11791818"/>
              </a:xfrm>
              <a:prstGeom prst="rect">
                <a:avLst/>
              </a:prstGeom>
              <a:solidFill>
                <a:srgbClr val="F0F2FA"/>
              </a:solidFill>
            </p:spPr>
            <p:txBody>
              <a:bodyPr wrap="square">
                <a:spAutoFit/>
              </a:bodyPr>
              <a:lstStyle/>
              <a:p>
                <a:pPr algn="just"/>
                <a14:m>
                  <m:oMath xmlns:m="http://schemas.openxmlformats.org/officeDocument/2006/math">
                    <m:r>
                      <a:rPr lang="en-US" sz="2400" b="1" i="1" noProof="1" dirty="0">
                        <a:latin typeface="Cambria Math" panose="02040503050406030204" pitchFamily="18" charset="0"/>
                      </a:rPr>
                      <m:t>𝒍</m:t>
                    </m:r>
                    <m:func>
                      <m:funcPr>
                        <m:ctrlPr>
                          <a:rPr lang="en-US" sz="2400" b="1" i="1" noProof="1" dirty="0">
                            <a:latin typeface="Cambria Math" panose="02040503050406030204" pitchFamily="18" charset="0"/>
                          </a:rPr>
                        </m:ctrlPr>
                      </m:funcPr>
                      <m:fName>
                        <m:r>
                          <a:rPr lang="en-US" sz="2400" b="1" i="1" noProof="1" dirty="0">
                            <a:latin typeface="Cambria Math" panose="02040503050406030204" pitchFamily="18" charset="0"/>
                          </a:rPr>
                          <m:t>𝒔𝒊𝒏</m:t>
                        </m:r>
                      </m:fName>
                      <m:e>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𝜽</m:t>
                            </m:r>
                          </m:e>
                          <m:sub>
                            <m:r>
                              <a:rPr lang="en-US" sz="2400" b="1" i="1" noProof="1" dirty="0">
                                <a:latin typeface="Cambria Math" panose="02040503050406030204" pitchFamily="18" charset="0"/>
                              </a:rPr>
                              <m:t>𝟎</m:t>
                            </m:r>
                          </m:sub>
                        </m:sSub>
                      </m:e>
                    </m:func>
                  </m:oMath>
                </a14:m>
                <a:r>
                  <a:rPr lang="en-US" sz="2400" b="1" noProof="1">
                    <a:latin typeface="Times New Roman" panose="02020603050405020304" pitchFamily="18" charset="0"/>
                    <a:cs typeface="Times New Roman" panose="02020603050405020304" pitchFamily="18" charset="0"/>
                  </a:rPr>
                  <a:t> </a:t>
                </a:r>
                <a:r>
                  <a:rPr lang="en-US" sz="2400" noProof="1">
                    <a:latin typeface="Times New Roman" panose="02020603050405020304" pitchFamily="18" charset="0"/>
                    <a:cs typeface="Times New Roman" panose="02020603050405020304" pitchFamily="18" charset="0"/>
                  </a:rPr>
                  <a:t>the change in phase </a:t>
                </a:r>
                <a14:m>
                  <m:oMath xmlns:m="http://schemas.openxmlformats.org/officeDocument/2006/math">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𝜹</m:t>
                        </m:r>
                      </m:e>
                      <m:sub>
                        <m:r>
                          <a:rPr lang="en-US" sz="2400" b="1" i="1" noProof="1" dirty="0">
                            <a:latin typeface="Cambria Math" panose="02040503050406030204" pitchFamily="18" charset="0"/>
                          </a:rPr>
                          <m:t>𝒊</m:t>
                        </m:r>
                      </m:sub>
                    </m:sSub>
                    <m:r>
                      <a:rPr lang="en-US" sz="2400" b="1" i="1" noProof="1" dirty="0">
                        <a:latin typeface="Cambria Math" panose="02040503050406030204" pitchFamily="18" charset="0"/>
                      </a:rPr>
                      <m:t>=</m:t>
                    </m:r>
                    <m:d>
                      <m:dPr>
                        <m:ctrlPr>
                          <a:rPr lang="en-US" sz="2400" b="1" i="1" noProof="1" dirty="0">
                            <a:latin typeface="Cambria Math" panose="02040503050406030204" pitchFamily="18" charset="0"/>
                          </a:rPr>
                        </m:ctrlPr>
                      </m:dPr>
                      <m:e>
                        <m:f>
                          <m:fPr>
                            <m:ctrlPr>
                              <a:rPr lang="en-US" sz="2400" b="1" i="1" noProof="1" dirty="0">
                                <a:latin typeface="Cambria Math" panose="02040503050406030204" pitchFamily="18" charset="0"/>
                              </a:rPr>
                            </m:ctrlPr>
                          </m:fPr>
                          <m:num>
                            <m:r>
                              <a:rPr lang="en-US" sz="2400" b="1" i="1" noProof="1" dirty="0">
                                <a:latin typeface="Cambria Math" panose="02040503050406030204" pitchFamily="18" charset="0"/>
                              </a:rPr>
                              <m:t>𝟐</m:t>
                            </m:r>
                            <m:r>
                              <a:rPr lang="en-US" sz="2400" b="1" i="1" noProof="1" dirty="0">
                                <a:latin typeface="Cambria Math" panose="02040503050406030204" pitchFamily="18" charset="0"/>
                              </a:rPr>
                              <m:t>𝝅</m:t>
                            </m:r>
                          </m:num>
                          <m:den>
                            <m:r>
                              <a:rPr lang="en-US" sz="2400" b="1" i="1" noProof="1" dirty="0">
                                <a:latin typeface="Cambria Math" panose="02040503050406030204" pitchFamily="18" charset="0"/>
                              </a:rPr>
                              <m:t>𝝀</m:t>
                            </m:r>
                          </m:den>
                        </m:f>
                      </m:e>
                    </m:d>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𝑳</m:t>
                        </m:r>
                      </m:e>
                      <m:sub>
                        <m:r>
                          <a:rPr lang="en-US" sz="2400" b="1" i="1" noProof="1" dirty="0">
                            <a:latin typeface="Cambria Math" panose="02040503050406030204" pitchFamily="18" charset="0"/>
                          </a:rPr>
                          <m:t>𝒊</m:t>
                        </m:r>
                      </m:sub>
                    </m:sSub>
                    <m:func>
                      <m:funcPr>
                        <m:ctrlPr>
                          <a:rPr lang="en-US" sz="2400" b="1" i="1" noProof="1" dirty="0">
                            <a:latin typeface="Cambria Math" panose="02040503050406030204" pitchFamily="18" charset="0"/>
                          </a:rPr>
                        </m:ctrlPr>
                      </m:funcPr>
                      <m:fName>
                        <m:r>
                          <a:rPr lang="en-US" sz="2400" b="1" i="1" noProof="1" dirty="0">
                            <a:latin typeface="Cambria Math" panose="02040503050406030204" pitchFamily="18" charset="0"/>
                          </a:rPr>
                          <m:t>𝒔𝒊𝒏</m:t>
                        </m:r>
                      </m:fName>
                      <m:e>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𝜽</m:t>
                            </m:r>
                          </m:e>
                          <m:sub>
                            <m:r>
                              <a:rPr lang="en-US" sz="2400" b="1" i="1" noProof="1" dirty="0">
                                <a:latin typeface="Cambria Math" panose="02040503050406030204" pitchFamily="18" charset="0"/>
                              </a:rPr>
                              <m:t>𝟎</m:t>
                            </m:r>
                          </m:sub>
                        </m:sSub>
                      </m:e>
                    </m:func>
                  </m:oMath>
                </a14:m>
                <a:r>
                  <a:rPr lang="en-US" sz="2400" noProof="1">
                    <a:latin typeface="Times New Roman" panose="02020603050405020304" pitchFamily="18" charset="0"/>
                    <a:cs typeface="Times New Roman" panose="02020603050405020304" pitchFamily="18" charset="0"/>
                  </a:rPr>
                  <a:t>. Let the primary signal is </a:t>
                </a:r>
                <a14:m>
                  <m:oMath xmlns:m="http://schemas.openxmlformats.org/officeDocument/2006/math">
                    <m:r>
                      <a:rPr lang="en-US" sz="2400" i="1" noProof="1" dirty="0">
                        <a:latin typeface="Cambria Math" panose="02040503050406030204" pitchFamily="18" charset="0"/>
                      </a:rPr>
                      <m:t>𝑐</m:t>
                    </m:r>
                    <m:func>
                      <m:funcPr>
                        <m:ctrlPr>
                          <a:rPr lang="en-US" sz="2400" b="1" i="1" noProof="1" dirty="0">
                            <a:latin typeface="Cambria Math" panose="02040503050406030204" pitchFamily="18" charset="0"/>
                          </a:rPr>
                        </m:ctrlPr>
                      </m:funcPr>
                      <m:fName>
                        <m:r>
                          <a:rPr lang="en-US" sz="2400" b="1" i="1" noProof="1" dirty="0">
                            <a:latin typeface="Cambria Math" panose="02040503050406030204" pitchFamily="18" charset="0"/>
                          </a:rPr>
                          <m:t>𝒄𝒐𝒔</m:t>
                        </m:r>
                      </m:fName>
                      <m:e>
                        <m:r>
                          <a:rPr lang="en-US" sz="2400" b="1" i="1" noProof="1" dirty="0">
                            <a:latin typeface="Cambria Math" panose="02040503050406030204" pitchFamily="18" charset="0"/>
                          </a:rPr>
                          <m:t>𝒌</m:t>
                        </m:r>
                      </m:e>
                    </m:func>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𝝎</m:t>
                        </m:r>
                      </m:e>
                      <m:sub>
                        <m:r>
                          <a:rPr lang="en-US" sz="2400" b="1" i="1" noProof="1" dirty="0">
                            <a:latin typeface="Cambria Math" panose="02040503050406030204" pitchFamily="18" charset="0"/>
                          </a:rPr>
                          <m:t>𝟎</m:t>
                        </m:r>
                      </m:sub>
                    </m:sSub>
                  </m:oMath>
                </a14:m>
                <a:r>
                  <a:rPr lang="en-US" sz="2400" noProof="1">
                    <a:latin typeface="Times New Roman" panose="02020603050405020304" pitchFamily="18" charset="0"/>
                    <a:cs typeface="Times New Roman" panose="02020603050405020304" pitchFamily="18" charset="0"/>
                  </a:rPr>
                  <a:t> and the </a:t>
                </a:r>
                <a:r>
                  <a:rPr lang="en-US" sz="2400" i="1" noProof="1">
                    <a:latin typeface="Times New Roman" panose="02020603050405020304" pitchFamily="18" charset="0"/>
                    <a:cs typeface="Times New Roman" panose="02020603050405020304" pitchFamily="18" charset="0"/>
                  </a:rPr>
                  <a:t>i</a:t>
                </a:r>
                <a:r>
                  <a:rPr lang="en-US" sz="2400" noProof="1">
                    <a:latin typeface="Times New Roman" panose="02020603050405020304" pitchFamily="18" charset="0"/>
                    <a:cs typeface="Times New Roman" panose="02020603050405020304" pitchFamily="18" charset="0"/>
                  </a:rPr>
                  <a:t>th reference signal is</a:t>
                </a:r>
                <a14:m>
                  <m:oMath xmlns:m="http://schemas.openxmlformats.org/officeDocument/2006/math">
                    <m:r>
                      <a:rPr lang="en-US" sz="2400" i="1" noProof="1" dirty="0">
                        <a:latin typeface="Cambria Math" panose="02040503050406030204" pitchFamily="18" charset="0"/>
                      </a:rPr>
                      <m:t> </m:t>
                    </m:r>
                    <m:r>
                      <a:rPr lang="en-US" sz="2400" b="1" i="1" noProof="1" dirty="0">
                        <a:latin typeface="Cambria Math" panose="02040503050406030204" pitchFamily="18" charset="0"/>
                      </a:rPr>
                      <m:t>𝒄</m:t>
                    </m:r>
                    <m:func>
                      <m:funcPr>
                        <m:ctrlPr>
                          <a:rPr lang="en-US" sz="2400" b="1" i="1" noProof="1" dirty="0">
                            <a:latin typeface="Cambria Math" panose="02040503050406030204" pitchFamily="18" charset="0"/>
                          </a:rPr>
                        </m:ctrlPr>
                      </m:funcPr>
                      <m:fName>
                        <m:r>
                          <a:rPr lang="en-US" sz="2400" b="1" i="1" noProof="1" dirty="0">
                            <a:latin typeface="Cambria Math" panose="02040503050406030204" pitchFamily="18" charset="0"/>
                          </a:rPr>
                          <m:t>𝒄𝒐𝒔</m:t>
                        </m:r>
                      </m:fName>
                      <m:e>
                        <m:r>
                          <a:rPr lang="en-US" sz="2400" b="1" i="1" noProof="1" dirty="0">
                            <a:latin typeface="Cambria Math" panose="02040503050406030204" pitchFamily="18" charset="0"/>
                          </a:rPr>
                          <m:t>(</m:t>
                        </m:r>
                      </m:e>
                    </m:func>
                    <m:r>
                      <a:rPr lang="en-US" sz="2400" b="1" i="1" noProof="1" dirty="0">
                        <a:latin typeface="Cambria Math" panose="02040503050406030204" pitchFamily="18" charset="0"/>
                      </a:rPr>
                      <m:t>𝒌</m:t>
                    </m:r>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𝝎</m:t>
                        </m:r>
                      </m:e>
                      <m:sub>
                        <m:r>
                          <a:rPr lang="en-US" sz="2400" b="1" i="1" noProof="1" dirty="0">
                            <a:latin typeface="Cambria Math" panose="02040503050406030204" pitchFamily="18" charset="0"/>
                          </a:rPr>
                          <m:t>𝟎</m:t>
                        </m:r>
                      </m:sub>
                    </m:sSub>
                    <m:r>
                      <a:rPr lang="en-US" sz="2400" b="1" i="1" noProof="1" dirty="0">
                        <a:latin typeface="Cambria Math" panose="02040503050406030204" pitchFamily="18" charset="0"/>
                      </a:rPr>
                      <m:t>+</m:t>
                    </m:r>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𝜹</m:t>
                        </m:r>
                      </m:e>
                      <m:sub>
                        <m:r>
                          <a:rPr lang="en-US" sz="2400" b="1" i="1" noProof="1" dirty="0">
                            <a:latin typeface="Cambria Math" panose="02040503050406030204" pitchFamily="18" charset="0"/>
                          </a:rPr>
                          <m:t>𝒊</m:t>
                        </m:r>
                      </m:sub>
                    </m:sSub>
                    <m:r>
                      <a:rPr lang="en-US" sz="2400" b="1" i="1" noProof="1" dirty="0">
                        <a:latin typeface="Cambria Math" panose="02040503050406030204" pitchFamily="18" charset="0"/>
                      </a:rPr>
                      <m:t>)</m:t>
                    </m:r>
                  </m:oMath>
                </a14:m>
                <a:r>
                  <a:rPr lang="en-US" sz="2400" b="1" noProof="1">
                    <a:latin typeface="Times New Roman" panose="02020603050405020304" pitchFamily="18" charset="0"/>
                    <a:cs typeface="Times New Roman" panose="02020603050405020304" pitchFamily="18" charset="0"/>
                  </a:rPr>
                  <a:t>.</a:t>
                </a:r>
              </a:p>
              <a:p>
                <a:pPr algn="just"/>
                <a:r>
                  <a:rPr lang="en-US" sz="2400" noProof="1">
                    <a:latin typeface="Times New Roman" panose="02020603050405020304" pitchFamily="18" charset="0"/>
                    <a:cs typeface="Times New Roman" panose="02020603050405020304" pitchFamily="18" charset="0"/>
                  </a:rPr>
                  <a:t>The output signal</a:t>
                </a:r>
                <a:r>
                  <a:rPr lang="en-US" sz="2400" noProof="1" smtClean="0">
                    <a:latin typeface="Times New Roman" panose="02020603050405020304" pitchFamily="18" charset="0"/>
                    <a:cs typeface="Times New Roman" panose="02020603050405020304" pitchFamily="18" charset="0"/>
                  </a:rPr>
                  <a:t>,</a:t>
                </a:r>
              </a:p>
              <a:p>
                <a:pPr algn="just"/>
                <a:endParaRPr lang="en-US" sz="2400" noProof="1">
                  <a:latin typeface="Times New Roman" panose="02020603050405020304" pitchFamily="18" charset="0"/>
                  <a:cs typeface="Times New Roman" panose="02020603050405020304" pitchFamily="18" charset="0"/>
                </a:endParaRPr>
              </a:p>
              <a:p>
                <a:pPr algn="just"/>
                <a:endParaRPr lang="en-US" sz="2400" noProof="1" smtClean="0">
                  <a:latin typeface="Times New Roman" panose="02020603050405020304" pitchFamily="18" charset="0"/>
                  <a:cs typeface="Times New Roman" panose="02020603050405020304" pitchFamily="18" charset="0"/>
                </a:endParaRPr>
              </a:p>
              <a:p>
                <a:pPr algn="just"/>
                <a:endParaRPr lang="en-US" sz="2400" noProof="1">
                  <a:latin typeface="Times New Roman" panose="02020603050405020304" pitchFamily="18" charset="0"/>
                  <a:cs typeface="Times New Roman" panose="02020603050405020304" pitchFamily="18" charset="0"/>
                </a:endParaRPr>
              </a:p>
              <a:p>
                <a:pPr algn="just"/>
                <a:endParaRPr lang="en-US" sz="2400" noProof="1">
                  <a:latin typeface="Times New Roman" panose="02020603050405020304" pitchFamily="18" charset="0"/>
                  <a:cs typeface="Times New Roman" panose="02020603050405020304" pitchFamily="18" charset="0"/>
                </a:endParaRPr>
              </a:p>
              <a:p>
                <a:pPr algn="just"/>
                <a:r>
                  <a:rPr lang="en-US" sz="2400" noProof="1" smtClean="0">
                    <a:latin typeface="Times New Roman" panose="02020603050405020304" pitchFamily="18" charset="0"/>
                    <a:cs typeface="Times New Roman" panose="02020603050405020304" pitchFamily="18" charset="0"/>
                  </a:rPr>
                  <a:t>Where </a:t>
                </a:r>
                <a:endParaRPr lang="en-US" sz="2400" noProof="1">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𝜑</m:t>
                          </m:r>
                        </m:e>
                        <m:sub>
                          <m:r>
                            <a:rPr lang="en-US" sz="2400" i="1" noProof="1" dirty="0">
                              <a:latin typeface="Cambria Math" panose="02040503050406030204" pitchFamily="18" charset="0"/>
                            </a:rPr>
                            <m:t>11</m:t>
                          </m:r>
                        </m:sub>
                      </m:sSub>
                      <m:d>
                        <m:dPr>
                          <m:ctrlPr>
                            <a:rPr lang="en-US" sz="2400" i="1" noProof="1" dirty="0">
                              <a:latin typeface="Cambria Math" panose="02040503050406030204" pitchFamily="18" charset="0"/>
                            </a:rPr>
                          </m:ctrlPr>
                        </m:dPr>
                        <m:e>
                          <m:r>
                            <a:rPr lang="en-US" sz="2400" i="1" noProof="1" dirty="0">
                              <a:latin typeface="Cambria Math" panose="02040503050406030204" pitchFamily="18" charset="0"/>
                            </a:rPr>
                            <m:t>𝑘</m:t>
                          </m:r>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𝑖</m:t>
                              </m:r>
                            </m:sub>
                          </m:sSub>
                          <m:r>
                            <a:rPr lang="en-US" sz="2400" i="1" noProof="1" dirty="0">
                              <a:latin typeface="Cambria Math" panose="02040503050406030204" pitchFamily="18" charset="0"/>
                            </a:rPr>
                            <m:t>, </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𝑤</m:t>
                              </m:r>
                            </m:e>
                            <m:sub>
                              <m:r>
                                <a:rPr lang="en-US" sz="2400" i="1" noProof="1" dirty="0">
                                  <a:latin typeface="Cambria Math" panose="02040503050406030204" pitchFamily="18" charset="0"/>
                                </a:rPr>
                                <m:t>𝑖𝑗</m:t>
                              </m:r>
                            </m:sub>
                          </m:sSub>
                        </m:e>
                      </m:d>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1</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1</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oMath>
                  </m:oMathPara>
                </a14:m>
                <a:endParaRPr lang="en-US" sz="2400" i="1" noProof="1">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𝜑</m:t>
                          </m:r>
                        </m:e>
                        <m:sub>
                          <m:r>
                            <a:rPr lang="en-US" sz="2400" i="1" noProof="1" dirty="0">
                              <a:latin typeface="Cambria Math" panose="02040503050406030204" pitchFamily="18" charset="0"/>
                            </a:rPr>
                            <m:t>12</m:t>
                          </m:r>
                        </m:sub>
                      </m:sSub>
                      <m:r>
                        <a:rPr lang="en-US" sz="2400" i="1" noProof="1" dirty="0">
                          <a:latin typeface="Cambria Math" panose="02040503050406030204" pitchFamily="18" charset="0"/>
                        </a:rPr>
                        <m:t>(</m:t>
                      </m:r>
                      <m:r>
                        <a:rPr lang="en-US" sz="2400" i="1" noProof="1" dirty="0">
                          <a:latin typeface="Cambria Math" panose="02040503050406030204" pitchFamily="18" charset="0"/>
                        </a:rPr>
                        <m:t>𝑘</m:t>
                      </m:r>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𝑖</m:t>
                          </m:r>
                        </m:sub>
                      </m:sSub>
                      <m:r>
                        <a:rPr lang="en-US" sz="2400" i="1" noProof="1" dirty="0">
                          <a:latin typeface="Cambria Math" panose="02040503050406030204" pitchFamily="18" charset="0"/>
                        </a:rPr>
                        <m:t>, </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𝑤</m:t>
                          </m:r>
                        </m:e>
                        <m:sub>
                          <m:r>
                            <a:rPr lang="en-US" sz="2400" i="1" noProof="1" dirty="0">
                              <a:latin typeface="Cambria Math" panose="02040503050406030204" pitchFamily="18" charset="0"/>
                            </a:rPr>
                            <m:t>𝑖𝑗</m:t>
                          </m:r>
                        </m:sub>
                      </m:sSub>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1</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1</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oMath>
                  </m:oMathPara>
                </a14:m>
                <a:endParaRPr lang="en-US" sz="2400" noProof="1">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func>
                        <m:funcPr>
                          <m:ctrlPr>
                            <a:rPr lang="en-US" sz="2400" i="1" noProof="1" dirty="0">
                              <a:latin typeface="Cambria Math" panose="02040503050406030204" pitchFamily="18" charset="0"/>
                            </a:rPr>
                          </m:ctrlPr>
                        </m:funcPr>
                        <m:fNa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𝜑</m:t>
                              </m:r>
                            </m:e>
                            <m:sub>
                              <m:r>
                                <a:rPr lang="en-US" sz="2400" i="1" noProof="1" dirty="0">
                                  <a:latin typeface="Cambria Math" panose="02040503050406030204" pitchFamily="18" charset="0"/>
                                </a:rPr>
                                <m:t>21</m:t>
                              </m:r>
                            </m:sub>
                          </m:sSub>
                          <m:r>
                            <a:rPr lang="en-US" sz="2400" i="1" noProof="1" dirty="0">
                              <a:latin typeface="Cambria Math" panose="02040503050406030204" pitchFamily="18" charset="0"/>
                            </a:rPr>
                            <m:t>(</m:t>
                          </m:r>
                          <m:r>
                            <a:rPr lang="en-US" sz="2400" i="1" noProof="1" dirty="0">
                              <a:latin typeface="Cambria Math" panose="02040503050406030204" pitchFamily="18" charset="0"/>
                            </a:rPr>
                            <m:t>𝑘</m:t>
                          </m:r>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𝑖</m:t>
                              </m:r>
                            </m:sub>
                          </m:sSub>
                          <m:r>
                            <a:rPr lang="en-US" sz="2400" i="1" noProof="1" dirty="0">
                              <a:latin typeface="Cambria Math" panose="02040503050406030204" pitchFamily="18" charset="0"/>
                            </a:rPr>
                            <m:t>, </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𝑤</m:t>
                              </m:r>
                            </m:e>
                            <m:sub>
                              <m:r>
                                <a:rPr lang="en-US" sz="2400" i="1" noProof="1" dirty="0">
                                  <a:latin typeface="Cambria Math" panose="02040503050406030204" pitchFamily="18" charset="0"/>
                                </a:rPr>
                                <m:t>𝑖𝑗</m:t>
                              </m:r>
                            </m:sub>
                          </m:sSub>
                          <m:r>
                            <a:rPr lang="en-US" sz="2400" i="1" noProof="1" dirty="0">
                              <a:latin typeface="Cambria Math" panose="02040503050406030204" pitchFamily="18" charset="0"/>
                            </a:rPr>
                            <m:t>)=</m:t>
                          </m:r>
                          <m:r>
                            <a:rPr lang="en-US" sz="2400" i="1" noProof="1" dirty="0">
                              <a:latin typeface="Cambria Math" panose="02040503050406030204" pitchFamily="18" charset="0"/>
                            </a:rPr>
                            <m:t>𝑐𝑜𝑠</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2</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2</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oMath>
                  </m:oMathPara>
                </a14:m>
                <a:endParaRPr lang="en-US" sz="2400" noProof="1" smtClean="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Simplifying,</a:t>
                </a:r>
              </a:p>
              <a:p>
                <a:pPr algn="just"/>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𝑖</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𝑖𝑗</m:t>
                          </m:r>
                        </m:sub>
                      </m:sSub>
                      <m:r>
                        <a:rPr lang="en-US" sz="2400" i="1">
                          <a:latin typeface="Cambria Math" panose="02040503050406030204" pitchFamily="18" charset="0"/>
                        </a:rPr>
                        <m:t>)=</m:t>
                      </m:r>
                      <m:r>
                        <a:rPr lang="en-US" sz="2400" i="1">
                          <a:latin typeface="Cambria Math" panose="02040503050406030204" pitchFamily="18" charset="0"/>
                        </a:rPr>
                        <m:t>𝐴</m:t>
                      </m:r>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r>
                            <a:rPr lang="en-US" sz="2400" i="1">
                              <a:latin typeface="Cambria Math" panose="02040503050406030204" pitchFamily="18" charset="0"/>
                            </a:rPr>
                            <m:t>(</m:t>
                          </m:r>
                        </m:e>
                      </m:func>
                      <m:r>
                        <a:rPr lang="en-US" sz="2400" i="1">
                          <a:latin typeface="Cambria Math" panose="02040503050406030204" pitchFamily="18" charset="0"/>
                        </a:rPr>
                        <m:t>𝑘</m:t>
                      </m:r>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𝛼</m:t>
                      </m:r>
                      <m:r>
                        <a:rPr lang="en-US" sz="2400" i="1">
                          <a:latin typeface="Cambria Math" panose="02040503050406030204" pitchFamily="18" charset="0"/>
                        </a:rPr>
                        <m:t>)=</m:t>
                      </m:r>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r>
                            <a:rPr lang="en-US" sz="2400" i="1">
                              <a:latin typeface="Cambria Math" panose="02040503050406030204" pitchFamily="18" charset="0"/>
                            </a:rPr>
                            <m:t>𝑘</m:t>
                          </m:r>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(1−</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11</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1</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1</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21</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2</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2</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𝑚</m:t>
                          </m:r>
                          <m:r>
                            <a:rPr lang="en-US" sz="2400" i="1">
                              <a:latin typeface="Cambria Math" panose="02040503050406030204" pitchFamily="18" charset="0"/>
                            </a:rPr>
                            <m:t>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𝑚</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r>
                            <a:rPr lang="en-US" sz="2400" i="1">
                              <a:latin typeface="Cambria Math" panose="02040503050406030204" pitchFamily="18" charset="0"/>
                            </a:rPr>
                            <m:t>𝑘</m:t>
                          </m:r>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11</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1</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1</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21</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2</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2</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𝑚</m:t>
                          </m:r>
                          <m:r>
                            <a:rPr lang="en-US" sz="2400" i="1">
                              <a:latin typeface="Cambria Math" panose="02040503050406030204" pitchFamily="18" charset="0"/>
                            </a:rPr>
                            <m:t>2</m:t>
                          </m:r>
                        </m:sub>
                      </m:sSub>
                      <m:func>
                        <m:funcPr>
                          <m:ctrlPr>
                            <a:rPr lang="en-US" sz="2400" i="1" smtClean="0">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𝑚</m:t>
                              </m:r>
                            </m:sub>
                          </m:sSub>
                        </m:e>
                      </m:func>
                      <m:sSub>
                        <m:sSubPr>
                          <m:ctrlPr>
                            <a:rPr lang="en-US" sz="2400" i="1" smtClean="0">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smtClean="0">
                          <a:latin typeface="Cambria Math" panose="02040503050406030204" pitchFamily="18" charset="0"/>
                        </a:rPr>
                        <m:t>)</m:t>
                      </m:r>
                    </m:oMath>
                  </m:oMathPara>
                </a14:m>
                <a:endParaRPr lang="en-US" sz="2400" dirty="0" smtClean="0">
                  <a:latin typeface="Times New Roman" panose="02020603050405020304" pitchFamily="18" charset="0"/>
                  <a:cs typeface="Times New Roman" panose="02020603050405020304" pitchFamily="18" charset="0"/>
                </a:endParaRPr>
              </a:p>
              <a:p>
                <a:pPr algn="ctr"/>
                <a:r>
                  <a:rPr lang="en-US" sz="2400" b="1" dirty="0" smtClean="0">
                    <a:latin typeface="Times New Roman" panose="02020603050405020304" pitchFamily="18" charset="0"/>
                    <a:cs typeface="Times New Roman" panose="02020603050405020304" pitchFamily="18" charset="0"/>
                  </a:rPr>
                  <a:t>       </a:t>
                </a:r>
              </a:p>
              <a:p>
                <a:pPr algn="ct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array gain</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Array </a:t>
                </a:r>
                <a:r>
                  <a:rPr lang="en-US" sz="2400" dirty="0">
                    <a:latin typeface="Times New Roman" panose="02020603050405020304" pitchFamily="18" charset="0"/>
                    <a:cs typeface="Times New Roman" panose="02020603050405020304" pitchFamily="18" charset="0"/>
                  </a:rPr>
                  <a:t>gain in generalized form</a:t>
                </a:r>
                <a:r>
                  <a:rPr lang="en-US" sz="2400" dirty="0" smtClean="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p:txBody>
          </p:sp>
        </mc:Choice>
        <mc:Fallback xmlns="">
          <p:sp>
            <p:nvSpPr>
              <p:cNvPr id="43" name="Rectangle 42"/>
              <p:cNvSpPr>
                <a:spLocks noRot="1" noChangeAspect="1" noMove="1" noResize="1" noEditPoints="1" noAdjustHandles="1" noChangeArrowheads="1" noChangeShapeType="1" noTextEdit="1"/>
              </p:cNvSpPr>
              <p:nvPr/>
            </p:nvSpPr>
            <p:spPr>
              <a:xfrm>
                <a:off x="13507086" y="3991932"/>
                <a:ext cx="11551737" cy="11791818"/>
              </a:xfrm>
              <a:prstGeom prst="rect">
                <a:avLst/>
              </a:prstGeom>
              <a:blipFill>
                <a:blip r:embed="rId9"/>
                <a:stretch>
                  <a:fillRect l="-844" r="-792"/>
                </a:stretch>
              </a:blipFill>
            </p:spPr>
            <p:txBody>
              <a:bodyPr/>
              <a:lstStyle/>
              <a:p>
                <a:r>
                  <a:rPr lang="en-US">
                    <a:noFill/>
                  </a:rPr>
                  <a:t> </a:t>
                </a:r>
              </a:p>
            </p:txBody>
          </p:sp>
        </mc:Fallback>
      </mc:AlternateContent>
      <p:pic>
        <p:nvPicPr>
          <p:cNvPr id="45" name="Picture 44"/>
          <p:cNvPicPr>
            <a:picLocks noChangeAspect="1"/>
          </p:cNvPicPr>
          <p:nvPr/>
        </p:nvPicPr>
        <p:blipFill rotWithShape="1">
          <a:blip r:embed="rId10">
            <a:extLst>
              <a:ext uri="{28A0092B-C50C-407E-A947-70E740481C1C}">
                <a14:useLocalDpi xmlns:a14="http://schemas.microsoft.com/office/drawing/2010/main" val="0"/>
              </a:ext>
            </a:extLst>
          </a:blip>
          <a:srcRect l="19174" t="7131" r="15575" b="8569"/>
          <a:stretch/>
        </p:blipFill>
        <p:spPr>
          <a:xfrm>
            <a:off x="17555184" y="17076852"/>
            <a:ext cx="3998030" cy="3873867"/>
          </a:xfrm>
          <a:prstGeom prst="rect">
            <a:avLst/>
          </a:prstGeom>
        </p:spPr>
      </p:pic>
      <p:sp>
        <p:nvSpPr>
          <p:cNvPr id="46" name="Google Shape;219;g32ac60abedf_0_104"/>
          <p:cNvSpPr/>
          <p:nvPr/>
        </p:nvSpPr>
        <p:spPr>
          <a:xfrm>
            <a:off x="13583412" y="22429312"/>
            <a:ext cx="11442294" cy="4351357"/>
          </a:xfrm>
          <a:prstGeom prst="rect">
            <a:avLst/>
          </a:prstGeom>
          <a:solidFill>
            <a:srgbClr val="F0F2FA"/>
          </a:solidFill>
          <a:ln w="12700" cap="flat" cmpd="sng">
            <a:solidFill>
              <a:srgbClr val="5F187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42">
              <a:solidFill>
                <a:schemeClr val="dk1"/>
              </a:solidFill>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7" name="Google Shape;221;g32ac60abedf_0_104"/>
              <p:cNvSpPr/>
              <p:nvPr/>
            </p:nvSpPr>
            <p:spPr>
              <a:xfrm>
                <a:off x="13628183" y="27071350"/>
                <a:ext cx="11469327" cy="1224217"/>
              </a:xfrm>
              <a:prstGeom prst="rect">
                <a:avLst/>
              </a:prstGeom>
              <a:solidFill>
                <a:srgbClr val="F0F2FA"/>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US" sz="24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Fig </a:t>
                </a:r>
                <a:r>
                  <a:rPr lang="en-US" sz="24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03:Fminsearch,LCMV &amp; MVDR </a:t>
                </a:r>
                <a:r>
                  <a:rPr lang="en-US" sz="24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Algorithm applied when </a:t>
                </a:r>
                <a14:m>
                  <m:oMath xmlns:m="http://schemas.openxmlformats.org/officeDocument/2006/math">
                    <m:sSup>
                      <m:sSupPr>
                        <m:ctrlPr>
                          <a:rPr lang="ar-AE"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a:latin typeface="Cambria Math" panose="02040503050406030204" pitchFamily="18" charset="0"/>
                              </a:rPr>
                              <m:t> </m:t>
                            </m:r>
                            <m:r>
                              <m:rPr>
                                <m:sty m:val="p"/>
                              </m:rPr>
                              <a:rPr lang="en-US" sz="2400">
                                <a:latin typeface="Cambria Math" panose="02040503050406030204" pitchFamily="18" charset="0"/>
                              </a:rPr>
                              <m:t>θ</m:t>
                            </m:r>
                          </m:e>
                          <m:sub>
                            <m:r>
                              <m:rPr>
                                <m:sty m:val="p"/>
                              </m:rPr>
                              <a:rPr lang="en-US" sz="2400">
                                <a:latin typeface="Cambria Math" panose="02040503050406030204" pitchFamily="18" charset="0"/>
                              </a:rPr>
                              <m:t>s</m:t>
                            </m:r>
                          </m:sub>
                        </m:sSub>
                        <m:r>
                          <a:rPr lang="en-US" sz="2400">
                            <a:latin typeface="Cambria Math" panose="02040503050406030204" pitchFamily="18" charset="0"/>
                          </a:rPr>
                          <m:t>=</m:t>
                        </m:r>
                        <m:r>
                          <a:rPr lang="ar-AE" sz="2400" i="1">
                            <a:latin typeface="Cambria Math" panose="02040503050406030204" pitchFamily="18" charset="0"/>
                          </a:rPr>
                          <m:t>−</m:t>
                        </m:r>
                        <m:r>
                          <a:rPr lang="ar-AE" sz="2400">
                            <a:latin typeface="Cambria Math" panose="02040503050406030204" pitchFamily="18" charset="0"/>
                          </a:rPr>
                          <m:t>90</m:t>
                        </m:r>
                      </m:e>
                      <m:sup>
                        <m:r>
                          <a:rPr lang="ar-AE" sz="2400">
                            <a:latin typeface="Cambria Math" panose="02040503050406030204" pitchFamily="18" charset="0"/>
                          </a:rPr>
                          <m:t>0</m:t>
                        </m:r>
                      </m:sup>
                    </m:sSup>
                    <m:r>
                      <m:rPr>
                        <m:nor/>
                      </m:rPr>
                      <a:rPr lang="ar-AE"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and</m:t>
                    </m:r>
                    <m:r>
                      <m:rPr>
                        <m:nor/>
                      </m:rPr>
                      <a:rPr lang="en-US" sz="2400" dirty="0">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m:rPr>
                            <m:sty m:val="p"/>
                          </m:rPr>
                          <a:rPr lang="el-GR" sz="2400">
                            <a:latin typeface="Cambria Math" panose="02040503050406030204" pitchFamily="18" charset="0"/>
                          </a:rPr>
                          <m:t>θ</m:t>
                        </m:r>
                      </m:e>
                      <m:sub>
                        <m:r>
                          <m:rPr>
                            <m:sty m:val="p"/>
                          </m:rPr>
                          <a:rPr lang="en-US" sz="2400">
                            <a:latin typeface="Cambria Math" panose="02040503050406030204" pitchFamily="18" charset="0"/>
                          </a:rPr>
                          <m:t>j</m:t>
                        </m:r>
                      </m:sub>
                    </m:sSub>
                    <m:r>
                      <a:rPr lang="ar-AE" sz="2400">
                        <a:latin typeface="Cambria Math" panose="02040503050406030204" pitchFamily="18" charset="0"/>
                      </a:rPr>
                      <m:t>=</m:t>
                    </m:r>
                    <m:sSup>
                      <m:sSupPr>
                        <m:ctrlPr>
                          <a:rPr lang="ar-AE" sz="2400" i="1">
                            <a:latin typeface="Cambria Math" panose="02040503050406030204" pitchFamily="18" charset="0"/>
                          </a:rPr>
                        </m:ctrlPr>
                      </m:sSupPr>
                      <m:e>
                        <m:r>
                          <a:rPr lang="ar-AE" sz="2400">
                            <a:latin typeface="Cambria Math" panose="02040503050406030204" pitchFamily="18" charset="0"/>
                          </a:rPr>
                          <m:t>30</m:t>
                        </m:r>
                      </m:e>
                      <m:sup>
                        <m:r>
                          <a:rPr lang="ar-AE" sz="2400">
                            <a:latin typeface="Cambria Math" panose="02040503050406030204" pitchFamily="18" charset="0"/>
                          </a:rPr>
                          <m:t>0</m:t>
                        </m:r>
                      </m:sup>
                    </m:sSup>
                    <m:r>
                      <m:rPr>
                        <m:nor/>
                      </m:rPr>
                      <a:rPr lang="ar-AE"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for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four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and</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eight</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element</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linear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array</m:t>
                    </m:r>
                  </m:oMath>
                </a14:m>
                <a:endParaRPr lang="en-US" sz="2400" dirty="0">
                  <a:latin typeface="Times New Roman" panose="02020603050405020304" pitchFamily="18" charset="0"/>
                  <a:cs typeface="Times New Roman" panose="02020603050405020304" pitchFamily="18" charset="0"/>
                </a:endParaRPr>
              </a:p>
            </p:txBody>
          </p:sp>
        </mc:Choice>
        <mc:Fallback>
          <p:sp>
            <p:nvSpPr>
              <p:cNvPr id="47" name="Google Shape;221;g32ac60abedf_0_104"/>
              <p:cNvSpPr>
                <a:spLocks noRot="1" noChangeAspect="1" noMove="1" noResize="1" noEditPoints="1" noAdjustHandles="1" noChangeArrowheads="1" noChangeShapeType="1" noTextEdit="1"/>
              </p:cNvSpPr>
              <p:nvPr/>
            </p:nvSpPr>
            <p:spPr>
              <a:xfrm>
                <a:off x="13628183" y="27071350"/>
                <a:ext cx="11469327" cy="1224217"/>
              </a:xfrm>
              <a:prstGeom prst="rect">
                <a:avLst/>
              </a:prstGeom>
              <a:blipFill>
                <a:blip r:embed="rId11"/>
                <a:stretch>
                  <a:fillRect l="-425"/>
                </a:stretch>
              </a:blipFill>
              <a:ln w="12700" cap="flat" cmpd="sng">
                <a:solidFill>
                  <a:schemeClr val="lt1"/>
                </a:solidFill>
                <a:prstDash val="solid"/>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Google Shape;211;g32ac60abedf_0_104"/>
              <p:cNvSpPr/>
              <p:nvPr/>
            </p:nvSpPr>
            <p:spPr>
              <a:xfrm>
                <a:off x="13610064" y="21223399"/>
                <a:ext cx="11415642" cy="1020610"/>
              </a:xfrm>
              <a:prstGeom prst="rect">
                <a:avLst/>
              </a:prstGeom>
              <a:solidFill>
                <a:srgbClr val="F0F2FA"/>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2400" dirty="0" smtClean="0">
                    <a:solidFill>
                      <a:schemeClr val="dk1"/>
                    </a:solidFill>
                    <a:latin typeface="Times New Roman"/>
                    <a:ea typeface="Times New Roman"/>
                    <a:cs typeface="Times New Roman"/>
                    <a:sym typeface="Times New Roman"/>
                  </a:rPr>
                  <a:t>Fig 02: Genetic Algorithm,  Particle Swarm Optimization Algorithm &amp; Differential Beamforming  applied when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 </m:t>
                        </m:r>
                        <m:r>
                          <m:rPr>
                            <m:sty m:val="p"/>
                          </m:rPr>
                          <a:rPr lang="en-US" sz="2400">
                            <a:latin typeface="Cambria Math" panose="02040503050406030204" pitchFamily="18" charset="0"/>
                          </a:rPr>
                          <m:t>θ</m:t>
                        </m:r>
                      </m:e>
                      <m:sub>
                        <m:r>
                          <m:rPr>
                            <m:sty m:val="p"/>
                          </m:rPr>
                          <a:rPr lang="en-US" sz="2400">
                            <a:latin typeface="Cambria Math" panose="02040503050406030204" pitchFamily="18" charset="0"/>
                          </a:rPr>
                          <m:t>s</m:t>
                        </m:r>
                      </m:sub>
                    </m:sSub>
                    <m:r>
                      <a:rPr lang="en-US" sz="2400">
                        <a:latin typeface="Cambria Math" panose="02040503050406030204" pitchFamily="18" charset="0"/>
                      </a:rPr>
                      <m:t>=</m:t>
                    </m:r>
                    <m:sSup>
                      <m:sSupPr>
                        <m:ctrlPr>
                          <a:rPr lang="ar-AE" sz="2400" i="1">
                            <a:latin typeface="Cambria Math" panose="02040503050406030204" pitchFamily="18" charset="0"/>
                          </a:rPr>
                        </m:ctrlPr>
                      </m:sSupPr>
                      <m:e>
                        <m:r>
                          <a:rPr lang="ar-AE" sz="2400" i="1">
                            <a:latin typeface="Cambria Math" panose="02040503050406030204" pitchFamily="18" charset="0"/>
                          </a:rPr>
                          <m:t>−</m:t>
                        </m:r>
                        <m:r>
                          <a:rPr lang="ar-AE" sz="2400">
                            <a:latin typeface="Cambria Math" panose="02040503050406030204" pitchFamily="18" charset="0"/>
                          </a:rPr>
                          <m:t>90</m:t>
                        </m:r>
                      </m:e>
                      <m:sup>
                        <m:r>
                          <a:rPr lang="ar-AE" sz="2400">
                            <a:latin typeface="Cambria Math" panose="02040503050406030204" pitchFamily="18" charset="0"/>
                          </a:rPr>
                          <m:t>0</m:t>
                        </m:r>
                      </m:sup>
                    </m:sSup>
                    <m:r>
                      <m:rPr>
                        <m:nor/>
                      </m:rPr>
                      <a:rPr lang="ar-AE"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and</m:t>
                    </m:r>
                    <m:r>
                      <m:rPr>
                        <m:nor/>
                      </m:rPr>
                      <a:rPr lang="en-US" sz="2400" dirty="0">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m:rPr>
                            <m:sty m:val="p"/>
                          </m:rPr>
                          <a:rPr lang="el-GR" sz="2400">
                            <a:latin typeface="Cambria Math" panose="02040503050406030204" pitchFamily="18" charset="0"/>
                          </a:rPr>
                          <m:t>θ</m:t>
                        </m:r>
                      </m:e>
                      <m:sub>
                        <m:r>
                          <m:rPr>
                            <m:sty m:val="p"/>
                          </m:rPr>
                          <a:rPr lang="en-US" sz="2400">
                            <a:latin typeface="Cambria Math" panose="02040503050406030204" pitchFamily="18" charset="0"/>
                          </a:rPr>
                          <m:t>j</m:t>
                        </m:r>
                      </m:sub>
                    </m:sSub>
                    <m:r>
                      <a:rPr lang="ar-AE" sz="2400">
                        <a:latin typeface="Cambria Math" panose="02040503050406030204" pitchFamily="18" charset="0"/>
                      </a:rPr>
                      <m:t>=</m:t>
                    </m:r>
                    <m:sSup>
                      <m:sSupPr>
                        <m:ctrlPr>
                          <a:rPr lang="ar-AE" sz="2400" i="1">
                            <a:latin typeface="Cambria Math" panose="02040503050406030204" pitchFamily="18" charset="0"/>
                          </a:rPr>
                        </m:ctrlPr>
                      </m:sSupPr>
                      <m:e>
                        <m:r>
                          <a:rPr lang="ar-AE" sz="2400">
                            <a:latin typeface="Cambria Math" panose="02040503050406030204" pitchFamily="18" charset="0"/>
                          </a:rPr>
                          <m:t>30</m:t>
                        </m:r>
                      </m:e>
                      <m:sup>
                        <m:r>
                          <a:rPr lang="ar-AE" sz="2400">
                            <a:latin typeface="Cambria Math" panose="02040503050406030204" pitchFamily="18" charset="0"/>
                          </a:rPr>
                          <m:t>0</m:t>
                        </m:r>
                      </m:sup>
                    </m:sSup>
                    <m:r>
                      <m:rPr>
                        <m:nor/>
                      </m:rPr>
                      <a:rPr lang="ar-AE"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for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four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and</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eight</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element</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linear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array</m:t>
                    </m:r>
                  </m:oMath>
                </a14:m>
                <a:r>
                  <a:rPr lang="en-US" sz="2400" dirty="0" smtClean="0">
                    <a:solidFill>
                      <a:schemeClr val="dk1"/>
                    </a:solidFill>
                    <a:latin typeface="Times New Roman"/>
                    <a:ea typeface="Times New Roman"/>
                    <a:cs typeface="Times New Roman"/>
                    <a:sym typeface="Times New Roman"/>
                  </a:rPr>
                  <a:t> antenna</a:t>
                </a:r>
                <a:endParaRPr dirty="0"/>
              </a:p>
            </p:txBody>
          </p:sp>
        </mc:Choice>
        <mc:Fallback xmlns="">
          <p:sp>
            <p:nvSpPr>
              <p:cNvPr id="48" name="Google Shape;211;g32ac60abedf_0_104"/>
              <p:cNvSpPr>
                <a:spLocks noRot="1" noChangeAspect="1" noMove="1" noResize="1" noEditPoints="1" noAdjustHandles="1" noChangeArrowheads="1" noChangeShapeType="1" noTextEdit="1"/>
              </p:cNvSpPr>
              <p:nvPr/>
            </p:nvSpPr>
            <p:spPr>
              <a:xfrm>
                <a:off x="13610064" y="21223399"/>
                <a:ext cx="11415642" cy="1020610"/>
              </a:xfrm>
              <a:prstGeom prst="rect">
                <a:avLst/>
              </a:prstGeom>
              <a:blipFill>
                <a:blip r:embed="rId12"/>
                <a:stretch>
                  <a:fillRect t="-14793" b="-23077"/>
                </a:stretch>
              </a:blipFill>
              <a:ln w="12700" cap="flat" cmpd="sng">
                <a:solidFill>
                  <a:schemeClr val="lt1"/>
                </a:solidFill>
                <a:prstDash val="solid"/>
                <a:miter lim="800000"/>
                <a:headEnd type="none" w="sm" len="sm"/>
                <a:tailEnd type="none" w="sm" len="sm"/>
              </a:ln>
            </p:spPr>
            <p:txBody>
              <a:bodyPr/>
              <a:lstStyle/>
              <a:p>
                <a:r>
                  <a:rPr lang="en-US">
                    <a:noFill/>
                  </a:rPr>
                  <a:t> </a:t>
                </a:r>
              </a:p>
            </p:txBody>
          </p:sp>
        </mc:Fallback>
      </mc:AlternateContent>
      <p:pic>
        <p:nvPicPr>
          <p:cNvPr id="49" name="Picture 48"/>
          <p:cNvPicPr>
            <a:picLocks noChangeAspect="1"/>
          </p:cNvPicPr>
          <p:nvPr/>
        </p:nvPicPr>
        <p:blipFill rotWithShape="1">
          <a:blip r:embed="rId13">
            <a:extLst>
              <a:ext uri="{28A0092B-C50C-407E-A947-70E740481C1C}">
                <a14:useLocalDpi xmlns:a14="http://schemas.microsoft.com/office/drawing/2010/main" val="0"/>
              </a:ext>
            </a:extLst>
          </a:blip>
          <a:srcRect l="20014" t="7340" r="17313" b="9333"/>
          <a:stretch/>
        </p:blipFill>
        <p:spPr>
          <a:xfrm>
            <a:off x="13590004" y="22799918"/>
            <a:ext cx="3772564" cy="3761817"/>
          </a:xfrm>
          <a:prstGeom prst="rect">
            <a:avLst/>
          </a:prstGeom>
        </p:spPr>
      </p:pic>
      <p:pic>
        <p:nvPicPr>
          <p:cNvPr id="50" name="Picture 49"/>
          <p:cNvPicPr>
            <a:picLocks noChangeAspect="1"/>
          </p:cNvPicPr>
          <p:nvPr/>
        </p:nvPicPr>
        <p:blipFill rotWithShape="1">
          <a:blip r:embed="rId14">
            <a:extLst>
              <a:ext uri="{28A0092B-C50C-407E-A947-70E740481C1C}">
                <a14:useLocalDpi xmlns:a14="http://schemas.microsoft.com/office/drawing/2010/main" val="0"/>
              </a:ext>
            </a:extLst>
          </a:blip>
          <a:srcRect l="23965" t="7344" r="21260" b="8854"/>
          <a:stretch/>
        </p:blipFill>
        <p:spPr>
          <a:xfrm>
            <a:off x="21423295" y="16926580"/>
            <a:ext cx="3602412" cy="3667293"/>
          </a:xfrm>
          <a:prstGeom prst="rect">
            <a:avLst/>
          </a:prstGeom>
        </p:spPr>
      </p:pic>
      <p:pic>
        <p:nvPicPr>
          <p:cNvPr id="51" name="Picture 50"/>
          <p:cNvPicPr>
            <a:picLocks noChangeAspect="1"/>
          </p:cNvPicPr>
          <p:nvPr/>
        </p:nvPicPr>
        <p:blipFill rotWithShape="1">
          <a:blip r:embed="rId15">
            <a:extLst>
              <a:ext uri="{28A0092B-C50C-407E-A947-70E740481C1C}">
                <a14:useLocalDpi xmlns:a14="http://schemas.microsoft.com/office/drawing/2010/main" val="0"/>
              </a:ext>
            </a:extLst>
          </a:blip>
          <a:srcRect l="19910" t="8159" r="17476" b="9627"/>
          <a:stretch/>
        </p:blipFill>
        <p:spPr>
          <a:xfrm>
            <a:off x="17347941" y="22676516"/>
            <a:ext cx="3945221" cy="3885219"/>
          </a:xfrm>
          <a:prstGeom prst="rect">
            <a:avLst/>
          </a:prstGeom>
        </p:spPr>
      </p:pic>
      <p:pic>
        <p:nvPicPr>
          <p:cNvPr id="52" name="Picture 51"/>
          <p:cNvPicPr>
            <a:picLocks noChangeAspect="1"/>
          </p:cNvPicPr>
          <p:nvPr/>
        </p:nvPicPr>
        <p:blipFill rotWithShape="1">
          <a:blip r:embed="rId16">
            <a:extLst>
              <a:ext uri="{28A0092B-C50C-407E-A947-70E740481C1C}">
                <a14:useLocalDpi xmlns:a14="http://schemas.microsoft.com/office/drawing/2010/main" val="0"/>
              </a:ext>
            </a:extLst>
          </a:blip>
          <a:srcRect l="19046" t="7045" r="16912" b="8836"/>
          <a:stretch/>
        </p:blipFill>
        <p:spPr>
          <a:xfrm>
            <a:off x="21081897" y="22690568"/>
            <a:ext cx="3993607" cy="3934223"/>
          </a:xfrm>
          <a:prstGeom prst="rect">
            <a:avLst/>
          </a:prstGeom>
        </p:spPr>
      </p:pic>
      <mc:AlternateContent xmlns:mc="http://schemas.openxmlformats.org/markup-compatibility/2006" xmlns:a14="http://schemas.microsoft.com/office/drawing/2010/main">
        <mc:Choice Requires="a14">
          <p:sp>
            <p:nvSpPr>
              <p:cNvPr id="53" name="TextBox 52"/>
              <p:cNvSpPr txBox="1"/>
              <p:nvPr/>
            </p:nvSpPr>
            <p:spPr>
              <a:xfrm>
                <a:off x="13540207" y="10181642"/>
                <a:ext cx="11270756" cy="461665"/>
              </a:xfrm>
              <a:prstGeom prst="rect">
                <a:avLst/>
              </a:prstGeom>
              <a:solidFill>
                <a:schemeClr val="accent6">
                  <a:lumMod val="60000"/>
                  <a:lumOff val="40000"/>
                </a:schemeClr>
              </a:solidFill>
              <a:ln w="19050">
                <a:solidFill>
                  <a:schemeClr val="tx1"/>
                </a:solidFill>
              </a:ln>
            </p:spPr>
            <p:txBody>
              <a:bodyPr wrap="square" rtlCol="0">
                <a:spAutoFit/>
              </a:bodyPr>
              <a:lstStyle/>
              <a:p>
                <a:r>
                  <a:rPr lang="en-US" sz="2400" b="1" dirty="0" smtClean="0">
                    <a:solidFill>
                      <a:schemeClr val="tx1">
                        <a:lumMod val="95000"/>
                        <a:lumOff val="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400" b="1" i="1">
                        <a:solidFill>
                          <a:schemeClr val="tx1">
                            <a:lumMod val="95000"/>
                            <a:lumOff val="5000"/>
                          </a:schemeClr>
                        </a:solidFill>
                        <a:latin typeface="Cambria Math" panose="02040503050406030204" pitchFamily="18" charset="0"/>
                      </a:rPr>
                      <m:t>=</m:t>
                    </m:r>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       </m:t>
                        </m:r>
                        <m:r>
                          <a:rPr lang="en-US" sz="2400" b="1" i="1">
                            <a:solidFill>
                              <a:schemeClr val="tx1">
                                <a:lumMod val="95000"/>
                                <a:lumOff val="5000"/>
                              </a:schemeClr>
                            </a:solidFill>
                            <a:latin typeface="Cambria Math" panose="02040503050406030204" pitchFamily="18" charset="0"/>
                          </a:rPr>
                          <m:t>𝒄𝒐𝒔</m:t>
                        </m:r>
                      </m:fName>
                      <m:e>
                        <m:r>
                          <a:rPr lang="en-US" sz="2400" b="1" i="1">
                            <a:solidFill>
                              <a:schemeClr val="tx1">
                                <a:lumMod val="95000"/>
                                <a:lumOff val="5000"/>
                              </a:schemeClr>
                            </a:solidFill>
                            <a:latin typeface="Cambria Math" panose="02040503050406030204" pitchFamily="18" charset="0"/>
                          </a:rPr>
                          <m:t>𝒌</m:t>
                        </m:r>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𝑨</m:t>
                    </m:r>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r>
                          <a:rPr lang="en-US" sz="2400" b="1" i="1">
                            <a:solidFill>
                              <a:schemeClr val="tx1">
                                <a:lumMod val="95000"/>
                                <a:lumOff val="5000"/>
                              </a:schemeClr>
                            </a:solidFill>
                            <a:latin typeface="Cambria Math" panose="02040503050406030204" pitchFamily="18" charset="0"/>
                          </a:rPr>
                          <m:t>𝜶</m:t>
                        </m:r>
                      </m:e>
                    </m:func>
                    <m:r>
                      <a:rPr lang="en-US" sz="2400" b="1" i="1">
                        <a:solidFill>
                          <a:schemeClr val="tx1">
                            <a:lumMod val="95000"/>
                            <a:lumOff val="5000"/>
                          </a:schemeClr>
                        </a:solidFill>
                        <a:latin typeface="Cambria Math" panose="02040503050406030204" pitchFamily="18" charset="0"/>
                      </a:rPr>
                      <m:t>+</m:t>
                    </m:r>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r>
                          <a:rPr lang="en-US" sz="2400" b="1" i="1">
                            <a:solidFill>
                              <a:schemeClr val="tx1">
                                <a:lumMod val="95000"/>
                                <a:lumOff val="5000"/>
                              </a:schemeClr>
                            </a:solidFill>
                            <a:latin typeface="Cambria Math" panose="02040503050406030204" pitchFamily="18" charset="0"/>
                          </a:rPr>
                          <m:t>𝒌</m:t>
                        </m:r>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𝑨</m:t>
                    </m:r>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𝐬𝐢𝐧</m:t>
                        </m:r>
                      </m:fName>
                      <m:e>
                        <m:r>
                          <a:rPr lang="en-US" sz="2400" b="1" i="1">
                            <a:solidFill>
                              <a:schemeClr val="tx1">
                                <a:lumMod val="95000"/>
                                <a:lumOff val="5000"/>
                              </a:schemeClr>
                            </a:solidFill>
                            <a:latin typeface="Cambria Math" panose="02040503050406030204" pitchFamily="18" charset="0"/>
                          </a:rPr>
                          <m:t>𝛂</m:t>
                        </m:r>
                      </m:e>
                    </m:func>
                  </m:oMath>
                </a14:m>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smtClean="0">
                    <a:solidFill>
                      <a:schemeClr val="tx1">
                        <a:lumMod val="95000"/>
                        <a:lumOff val="5000"/>
                      </a:schemeClr>
                    </a:solidFill>
                    <a:latin typeface="Times New Roman" panose="02020603050405020304" pitchFamily="18" charset="0"/>
                    <a:cs typeface="Times New Roman" panose="02020603050405020304" pitchFamily="18" charset="0"/>
                  </a:rPr>
                  <a:t>(</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2)</a:t>
                </a:r>
                <a:endParaRPr lang="en-US" sz="2400" dirty="0">
                  <a:solidFill>
                    <a:schemeClr val="tx1">
                      <a:lumMod val="95000"/>
                      <a:lumOff val="5000"/>
                    </a:schemeClr>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13540207" y="10181642"/>
                <a:ext cx="11270756" cy="461665"/>
              </a:xfrm>
              <a:prstGeom prst="rect">
                <a:avLst/>
              </a:prstGeom>
              <a:blipFill>
                <a:blip r:embed="rId17"/>
                <a:stretch>
                  <a:fillRect t="-8861" r="-486" b="-25316"/>
                </a:stretch>
              </a:blipFill>
              <a:ln w="190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13509083" y="11293015"/>
                <a:ext cx="11301879" cy="1721690"/>
              </a:xfrm>
              <a:prstGeom prst="rect">
                <a:avLst/>
              </a:prstGeom>
              <a:solidFill>
                <a:schemeClr val="accent2">
                  <a:lumMod val="20000"/>
                  <a:lumOff val="80000"/>
                </a:schemeClr>
              </a:solidFill>
              <a:ln w="19050">
                <a:solidFill>
                  <a:schemeClr val="tx1"/>
                </a:solidFill>
              </a:ln>
            </p:spPr>
            <p:txBody>
              <a:bodyPr wrap="square" rtlCol="0">
                <a:spAutoFit/>
              </a:bodyPr>
              <a:lstStyle/>
              <a:p>
                <a:pPr algn="just">
                  <a:lnSpc>
                    <a:spcPct val="150000"/>
                  </a:lnSpc>
                </a:pPr>
                <a14:m>
                  <m:oMath xmlns:m="http://schemas.openxmlformats.org/officeDocument/2006/math">
                    <m:sSup>
                      <m:sSupPr>
                        <m:ctrlPr>
                          <a:rPr lang="en-US" sz="2400" b="1" i="1" smtClean="0">
                            <a:solidFill>
                              <a:schemeClr val="tx1">
                                <a:lumMod val="95000"/>
                                <a:lumOff val="5000"/>
                              </a:schemeClr>
                            </a:solidFill>
                            <a:latin typeface="Cambria Math" panose="02040503050406030204" pitchFamily="18" charset="0"/>
                          </a:rPr>
                        </m:ctrlPr>
                      </m:sSupPr>
                      <m:e>
                        <m:r>
                          <a:rPr lang="en-US" sz="2400" b="1" i="1">
                            <a:solidFill>
                              <a:schemeClr val="tx1">
                                <a:lumMod val="95000"/>
                                <a:lumOff val="5000"/>
                              </a:schemeClr>
                            </a:solidFill>
                            <a:latin typeface="Cambria Math" panose="02040503050406030204" pitchFamily="18" charset="0"/>
                          </a:rPr>
                          <m:t>𝑨</m:t>
                        </m:r>
                      </m:e>
                      <m:sup>
                        <m:r>
                          <a:rPr lang="en-US" sz="2400" b="1" i="1">
                            <a:solidFill>
                              <a:schemeClr val="tx1">
                                <a:lumMod val="95000"/>
                                <a:lumOff val="5000"/>
                              </a:schemeClr>
                            </a:solidFill>
                            <a:latin typeface="Cambria Math" panose="02040503050406030204" pitchFamily="18" charset="0"/>
                          </a:rPr>
                          <m:t>𝟐</m:t>
                        </m:r>
                      </m:sup>
                    </m:sSup>
                    <m:r>
                      <a:rPr lang="en-US" sz="2400" b="1" i="1">
                        <a:solidFill>
                          <a:schemeClr val="tx1">
                            <a:lumMod val="95000"/>
                            <a:lumOff val="5000"/>
                          </a:schemeClr>
                        </a:solidFill>
                        <a:latin typeface="Cambria Math" panose="02040503050406030204" pitchFamily="18" charset="0"/>
                      </a:rPr>
                      <m:t>=(</m:t>
                    </m:r>
                    <m:r>
                      <a:rPr lang="en-US" sz="2400" b="1" i="1">
                        <a:solidFill>
                          <a:schemeClr val="tx1">
                            <a:lumMod val="95000"/>
                            <a:lumOff val="5000"/>
                          </a:schemeClr>
                        </a:solidFill>
                        <a:latin typeface="Cambria Math" panose="02040503050406030204" pitchFamily="18" charset="0"/>
                      </a:rPr>
                      <m:t>𝟏</m:t>
                    </m:r>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𝟏𝟏</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𝟏</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𝟏𝟐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𝟏</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𝟐𝟏</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𝟐</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𝟐𝟐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𝟐</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 </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𝒎</m:t>
                        </m:r>
                        <m:r>
                          <a:rPr lang="en-US" sz="2400" b="1" i="1">
                            <a:solidFill>
                              <a:schemeClr val="tx1">
                                <a:lumMod val="95000"/>
                                <a:lumOff val="5000"/>
                              </a:schemeClr>
                            </a:solidFill>
                            <a:latin typeface="Cambria Math" panose="02040503050406030204" pitchFamily="18" charset="0"/>
                          </a:rPr>
                          <m:t>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𝒎</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sSup>
                      <m:sSupPr>
                        <m:ctrlPr>
                          <a:rPr lang="en-US" sz="2400" b="1" i="1">
                            <a:solidFill>
                              <a:schemeClr val="tx1">
                                <a:lumMod val="95000"/>
                                <a:lumOff val="5000"/>
                              </a:schemeClr>
                            </a:solidFill>
                            <a:latin typeface="Cambria Math" panose="02040503050406030204" pitchFamily="18" charset="0"/>
                          </a:rPr>
                        </m:ctrlPr>
                      </m:sSupPr>
                      <m:e>
                        <m:r>
                          <a:rPr lang="en-US" sz="2400" b="1" i="1">
                            <a:solidFill>
                              <a:schemeClr val="tx1">
                                <a:lumMod val="95000"/>
                                <a:lumOff val="5000"/>
                              </a:schemeClr>
                            </a:solidFill>
                            <a:latin typeface="Cambria Math" panose="02040503050406030204" pitchFamily="18" charset="0"/>
                          </a:rPr>
                          <m:t>)</m:t>
                        </m:r>
                      </m:e>
                      <m:sup>
                        <m:r>
                          <a:rPr lang="en-US" sz="2400" b="1" i="1">
                            <a:solidFill>
                              <a:schemeClr val="tx1">
                                <a:lumMod val="95000"/>
                                <a:lumOff val="5000"/>
                              </a:schemeClr>
                            </a:solidFill>
                            <a:latin typeface="Cambria Math" panose="02040503050406030204" pitchFamily="18" charset="0"/>
                          </a:rPr>
                          <m:t>𝟐</m:t>
                        </m:r>
                      </m:sup>
                    </m:sSup>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𝟏𝟏</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𝟏</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𝟏𝟐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𝟏</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𝟐𝟏</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𝟐</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𝟐𝟐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𝟐</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sSup>
                      <m:sSupPr>
                        <m:ctrlPr>
                          <a:rPr lang="en-US" sz="2400" b="1" i="1">
                            <a:solidFill>
                              <a:schemeClr val="tx1">
                                <a:lumMod val="95000"/>
                                <a:lumOff val="5000"/>
                              </a:schemeClr>
                            </a:solidFill>
                            <a:latin typeface="Cambria Math" panose="02040503050406030204" pitchFamily="18" charset="0"/>
                          </a:rPr>
                        </m:ctrlPr>
                      </m:sSupPr>
                      <m:e>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𝒎</m:t>
                            </m:r>
                            <m:r>
                              <a:rPr lang="en-US" sz="2400" b="1" i="1">
                                <a:solidFill>
                                  <a:schemeClr val="tx1">
                                    <a:lumMod val="95000"/>
                                    <a:lumOff val="5000"/>
                                  </a:schemeClr>
                                </a:solidFill>
                                <a:latin typeface="Cambria Math" panose="02040503050406030204" pitchFamily="18" charset="0"/>
                              </a:rPr>
                              <m:t>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𝒎</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e>
                      <m:sup>
                        <m:r>
                          <a:rPr lang="en-US" sz="2400" b="1" i="1">
                            <a:solidFill>
                              <a:schemeClr val="tx1">
                                <a:lumMod val="95000"/>
                                <a:lumOff val="5000"/>
                              </a:schemeClr>
                            </a:solidFill>
                            <a:latin typeface="Cambria Math" panose="02040503050406030204" pitchFamily="18" charset="0"/>
                          </a:rPr>
                          <m:t>𝟐</m:t>
                        </m:r>
                      </m:sup>
                    </m:sSup>
                  </m:oMath>
                </a14:m>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smtClean="0">
                    <a:solidFill>
                      <a:schemeClr val="tx1">
                        <a:lumMod val="95000"/>
                        <a:lumOff val="5000"/>
                      </a:schemeClr>
                    </a:solidFill>
                    <a:latin typeface="Times New Roman" panose="02020603050405020304" pitchFamily="18" charset="0"/>
                    <a:cs typeface="Times New Roman" panose="02020603050405020304" pitchFamily="18" charset="0"/>
                  </a:rPr>
                  <a:t>  (3)</a:t>
                </a:r>
                <a:endParaRPr lang="en-US" sz="2400" dirty="0">
                  <a:solidFill>
                    <a:schemeClr val="tx1">
                      <a:lumMod val="95000"/>
                      <a:lumOff val="5000"/>
                    </a:schemeClr>
                  </a:solidFill>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13509083" y="11293015"/>
                <a:ext cx="11301879" cy="1721690"/>
              </a:xfrm>
              <a:prstGeom prst="rect">
                <a:avLst/>
              </a:prstGeom>
              <a:blipFill>
                <a:blip r:embed="rId18"/>
                <a:stretch>
                  <a:fillRect l="-54" r="-592" b="-6667"/>
                </a:stretch>
              </a:blipFill>
              <a:ln w="190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13540205" y="5310730"/>
                <a:ext cx="11301879" cy="1330814"/>
              </a:xfrm>
              <a:prstGeom prst="rect">
                <a:avLst/>
              </a:prstGeom>
              <a:solidFill>
                <a:schemeClr val="accent4">
                  <a:lumMod val="40000"/>
                  <a:lumOff val="60000"/>
                </a:schemeClr>
              </a:solidFill>
              <a:ln w="19050">
                <a:solidFill>
                  <a:schemeClr val="tx1"/>
                </a:solidFill>
              </a:ln>
            </p:spPr>
            <p:txBody>
              <a:bodyPr wrap="square" rtlCol="0">
                <a:spAutoFit/>
              </a:bodyPr>
              <a:lstStyle/>
              <a:p>
                <a:pPr>
                  <a:lnSpc>
                    <a:spcPct val="150000"/>
                  </a:lnSpc>
                </a:pPr>
                <a14:m>
                  <m:oMath xmlns:m="http://schemas.openxmlformats.org/officeDocument/2006/math">
                    <m:d>
                      <m:dPr>
                        <m:ctrlPr>
                          <a:rPr lang="en-US" sz="2400" b="1" i="1" noProof="1" dirty="0" smtClean="0">
                            <a:solidFill>
                              <a:schemeClr val="tx1">
                                <a:lumMod val="95000"/>
                                <a:lumOff val="5000"/>
                              </a:schemeClr>
                            </a:solidFill>
                            <a:latin typeface="Cambria Math" panose="02040503050406030204" pitchFamily="18" charset="0"/>
                          </a:rPr>
                        </m:ctrlPr>
                      </m:dPr>
                      <m:e>
                        <m:r>
                          <a:rPr lang="en-US" sz="2400" b="1" i="1" noProof="1" dirty="0">
                            <a:solidFill>
                              <a:schemeClr val="tx1">
                                <a:lumMod val="95000"/>
                                <a:lumOff val="5000"/>
                              </a:schemeClr>
                            </a:solidFill>
                            <a:latin typeface="Cambria Math" panose="02040503050406030204" pitchFamily="18" charset="0"/>
                          </a:rPr>
                          <m:t>𝒌</m:t>
                        </m:r>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𝜹</m:t>
                            </m:r>
                          </m:e>
                          <m:sub>
                            <m:r>
                              <a:rPr lang="en-US" sz="2400" b="1" i="1" noProof="1" dirty="0">
                                <a:solidFill>
                                  <a:schemeClr val="tx1">
                                    <a:lumMod val="95000"/>
                                    <a:lumOff val="5000"/>
                                  </a:schemeClr>
                                </a:solidFill>
                                <a:latin typeface="Cambria Math" panose="02040503050406030204" pitchFamily="18" charset="0"/>
                              </a:rPr>
                              <m:t>𝒊</m:t>
                            </m:r>
                          </m:sub>
                        </m:sSub>
                        <m:r>
                          <a:rPr lang="en-US" sz="2400" b="1" i="1" noProof="1" dirty="0">
                            <a:solidFill>
                              <a:schemeClr val="tx1">
                                <a:lumMod val="95000"/>
                                <a:lumOff val="5000"/>
                              </a:schemeClr>
                            </a:solidFill>
                            <a:latin typeface="Cambria Math" panose="02040503050406030204" pitchFamily="18" charset="0"/>
                          </a:rPr>
                          <m:t>, </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𝒊𝒋</m:t>
                            </m:r>
                          </m:sub>
                        </m:sSub>
                      </m:e>
                    </m:d>
                    <m:r>
                      <a:rPr lang="en-US" sz="2400" b="1" i="1" noProof="1" dirty="0">
                        <a:solidFill>
                          <a:schemeClr val="tx1">
                            <a:lumMod val="95000"/>
                            <a:lumOff val="5000"/>
                          </a:schemeClr>
                        </a:solidFill>
                        <a:latin typeface="Cambria Math" panose="02040503050406030204" pitchFamily="18" charset="0"/>
                      </a:rPr>
                      <m:t>=</m:t>
                    </m:r>
                    <m:func>
                      <m:funcPr>
                        <m:ctrlPr>
                          <a:rPr lang="en-US" sz="2400" b="1" i="1" noProof="1" dirty="0">
                            <a:solidFill>
                              <a:schemeClr val="tx1">
                                <a:lumMod val="95000"/>
                                <a:lumOff val="5000"/>
                              </a:schemeClr>
                            </a:solidFill>
                            <a:latin typeface="Cambria Math" panose="02040503050406030204" pitchFamily="18" charset="0"/>
                          </a:rPr>
                        </m:ctrlPr>
                      </m:funcPr>
                      <m:fName>
                        <m:r>
                          <a:rPr lang="en-US" sz="2400" b="1" i="1" noProof="1" dirty="0">
                            <a:solidFill>
                              <a:schemeClr val="tx1">
                                <a:lumMod val="95000"/>
                                <a:lumOff val="5000"/>
                              </a:schemeClr>
                            </a:solidFill>
                            <a:latin typeface="Cambria Math" panose="02040503050406030204" pitchFamily="18" charset="0"/>
                          </a:rPr>
                          <m:t>𝒄𝒐𝒔</m:t>
                        </m:r>
                      </m:fName>
                      <m:e>
                        <m:r>
                          <a:rPr lang="en-US" sz="2400" b="1" i="1" noProof="1" dirty="0">
                            <a:solidFill>
                              <a:schemeClr val="tx1">
                                <a:lumMod val="95000"/>
                                <a:lumOff val="5000"/>
                              </a:schemeClr>
                            </a:solidFill>
                            <a:latin typeface="Cambria Math" panose="02040503050406030204" pitchFamily="18" charset="0"/>
                          </a:rPr>
                          <m:t>𝒌</m:t>
                        </m:r>
                      </m:e>
                    </m:func>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𝟏𝟏</m:t>
                            </m:r>
                          </m:sub>
                        </m:sSub>
                        <m:r>
                          <a:rPr lang="en-US" sz="2400" b="1" i="1" noProof="1" dirty="0">
                            <a:solidFill>
                              <a:schemeClr val="tx1">
                                <a:lumMod val="95000"/>
                                <a:lumOff val="5000"/>
                              </a:schemeClr>
                            </a:solidFill>
                            <a:latin typeface="Cambria Math" panose="02040503050406030204" pitchFamily="18" charset="0"/>
                          </a:rPr>
                          <m:t>𝝋</m:t>
                        </m:r>
                      </m:e>
                      <m:sub>
                        <m:r>
                          <a:rPr lang="en-US" sz="2400" b="1" i="1" noProof="1" dirty="0">
                            <a:solidFill>
                              <a:schemeClr val="tx1">
                                <a:lumMod val="95000"/>
                                <a:lumOff val="5000"/>
                              </a:schemeClr>
                            </a:solidFill>
                            <a:latin typeface="Cambria Math" panose="02040503050406030204" pitchFamily="18" charset="0"/>
                          </a:rPr>
                          <m:t>𝟏𝟏</m:t>
                        </m:r>
                      </m:sub>
                    </m:sSub>
                    <m:d>
                      <m:dPr>
                        <m:ctrlPr>
                          <a:rPr lang="en-US" sz="2400" b="1" i="1" noProof="1" dirty="0">
                            <a:solidFill>
                              <a:schemeClr val="tx1">
                                <a:lumMod val="95000"/>
                                <a:lumOff val="5000"/>
                              </a:schemeClr>
                            </a:solidFill>
                            <a:latin typeface="Cambria Math" panose="02040503050406030204" pitchFamily="18" charset="0"/>
                          </a:rPr>
                        </m:ctrlPr>
                      </m:dPr>
                      <m:e>
                        <m:r>
                          <a:rPr lang="en-US" sz="2400" b="1" i="1" noProof="1" dirty="0">
                            <a:solidFill>
                              <a:schemeClr val="tx1">
                                <a:lumMod val="95000"/>
                                <a:lumOff val="5000"/>
                              </a:schemeClr>
                            </a:solidFill>
                            <a:latin typeface="Cambria Math" panose="02040503050406030204" pitchFamily="18" charset="0"/>
                          </a:rPr>
                          <m:t>𝒌</m:t>
                        </m:r>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𝜹</m:t>
                            </m:r>
                          </m:e>
                          <m:sub>
                            <m:r>
                              <a:rPr lang="en-US" sz="2400" b="1" i="1" noProof="1" dirty="0">
                                <a:solidFill>
                                  <a:schemeClr val="tx1">
                                    <a:lumMod val="95000"/>
                                    <a:lumOff val="5000"/>
                                  </a:schemeClr>
                                </a:solidFill>
                                <a:latin typeface="Cambria Math" panose="02040503050406030204" pitchFamily="18" charset="0"/>
                              </a:rPr>
                              <m:t>𝒊</m:t>
                            </m:r>
                          </m:sub>
                        </m:sSub>
                        <m:r>
                          <a:rPr lang="en-US" sz="2400" b="1" i="1" noProof="1" dirty="0">
                            <a:solidFill>
                              <a:schemeClr val="tx1">
                                <a:lumMod val="95000"/>
                                <a:lumOff val="5000"/>
                              </a:schemeClr>
                            </a:solidFill>
                            <a:latin typeface="Cambria Math" panose="02040503050406030204" pitchFamily="18" charset="0"/>
                          </a:rPr>
                          <m:t>, </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𝒊𝒋</m:t>
                            </m:r>
                          </m:sub>
                        </m:sSub>
                      </m:e>
                    </m:d>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𝟏𝟐</m:t>
                            </m:r>
                          </m:sub>
                        </m:sSub>
                        <m:r>
                          <a:rPr lang="en-US" sz="2400" b="1" i="1" noProof="1" dirty="0">
                            <a:solidFill>
                              <a:schemeClr val="tx1">
                                <a:lumMod val="95000"/>
                                <a:lumOff val="5000"/>
                              </a:schemeClr>
                            </a:solidFill>
                            <a:latin typeface="Cambria Math" panose="02040503050406030204" pitchFamily="18" charset="0"/>
                          </a:rPr>
                          <m:t>𝝋</m:t>
                        </m:r>
                      </m:e>
                      <m:sub>
                        <m:r>
                          <a:rPr lang="en-US" sz="2400" b="1" i="1" noProof="1" dirty="0">
                            <a:solidFill>
                              <a:schemeClr val="tx1">
                                <a:lumMod val="95000"/>
                                <a:lumOff val="5000"/>
                              </a:schemeClr>
                            </a:solidFill>
                            <a:latin typeface="Cambria Math" panose="02040503050406030204" pitchFamily="18" charset="0"/>
                          </a:rPr>
                          <m:t>𝟏𝟐</m:t>
                        </m:r>
                      </m:sub>
                    </m:sSub>
                    <m:d>
                      <m:dPr>
                        <m:ctrlPr>
                          <a:rPr lang="en-US" sz="2400" b="1" i="1" noProof="1" dirty="0">
                            <a:solidFill>
                              <a:schemeClr val="tx1">
                                <a:lumMod val="95000"/>
                                <a:lumOff val="5000"/>
                              </a:schemeClr>
                            </a:solidFill>
                            <a:latin typeface="Cambria Math" panose="02040503050406030204" pitchFamily="18" charset="0"/>
                          </a:rPr>
                        </m:ctrlPr>
                      </m:dPr>
                      <m:e>
                        <m:r>
                          <a:rPr lang="en-US" sz="2400" b="1" i="1" noProof="1" dirty="0">
                            <a:solidFill>
                              <a:schemeClr val="tx1">
                                <a:lumMod val="95000"/>
                                <a:lumOff val="5000"/>
                              </a:schemeClr>
                            </a:solidFill>
                            <a:latin typeface="Cambria Math" panose="02040503050406030204" pitchFamily="18" charset="0"/>
                          </a:rPr>
                          <m:t>𝒌</m:t>
                        </m:r>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𝜹</m:t>
                            </m:r>
                          </m:e>
                          <m:sub>
                            <m:r>
                              <a:rPr lang="en-US" sz="2400" b="1" i="1" noProof="1" dirty="0">
                                <a:solidFill>
                                  <a:schemeClr val="tx1">
                                    <a:lumMod val="95000"/>
                                    <a:lumOff val="5000"/>
                                  </a:schemeClr>
                                </a:solidFill>
                                <a:latin typeface="Cambria Math" panose="02040503050406030204" pitchFamily="18" charset="0"/>
                              </a:rPr>
                              <m:t>𝒊</m:t>
                            </m:r>
                          </m:sub>
                        </m:sSub>
                        <m:r>
                          <a:rPr lang="en-US" sz="2400" b="1" i="1" noProof="1" dirty="0">
                            <a:solidFill>
                              <a:schemeClr val="tx1">
                                <a:lumMod val="95000"/>
                                <a:lumOff val="5000"/>
                              </a:schemeClr>
                            </a:solidFill>
                            <a:latin typeface="Cambria Math" panose="02040503050406030204" pitchFamily="18" charset="0"/>
                          </a:rPr>
                          <m:t>, </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𝒊𝒋</m:t>
                            </m:r>
                          </m:sub>
                        </m:sSub>
                      </m:e>
                    </m:d>
                    <m:r>
                      <a:rPr lang="en-US" sz="2400" b="1" i="1" noProof="1" dirty="0">
                        <a:solidFill>
                          <a:schemeClr val="tx1">
                            <a:lumMod val="95000"/>
                            <a:lumOff val="5000"/>
                          </a:schemeClr>
                        </a:solidFill>
                        <a:latin typeface="Cambria Math" panose="02040503050406030204" pitchFamily="18" charset="0"/>
                      </a:rPr>
                      <m:t>−⋯   ⋯   ⋯−</m:t>
                    </m:r>
                    <m:sSub>
                      <m:sSubPr>
                        <m:ctrlPr>
                          <a:rPr lang="en-US" sz="2400" b="1" i="1" noProof="1" dirty="0">
                            <a:solidFill>
                              <a:schemeClr val="tx1">
                                <a:lumMod val="95000"/>
                                <a:lumOff val="5000"/>
                              </a:schemeClr>
                            </a:solidFill>
                            <a:latin typeface="Cambria Math" panose="02040503050406030204" pitchFamily="18" charset="0"/>
                          </a:rPr>
                        </m:ctrlPr>
                      </m:sSubPr>
                      <m:e>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𝒎</m:t>
                            </m:r>
                            <m:r>
                              <a:rPr lang="en-US" sz="2400" b="1" i="1" noProof="1" dirty="0">
                                <a:solidFill>
                                  <a:schemeClr val="tx1">
                                    <a:lumMod val="95000"/>
                                    <a:lumOff val="5000"/>
                                  </a:schemeClr>
                                </a:solidFill>
                                <a:latin typeface="Cambria Math" panose="02040503050406030204" pitchFamily="18" charset="0"/>
                              </a:rPr>
                              <m:t>𝟐</m:t>
                            </m:r>
                          </m:sub>
                        </m:sSub>
                        <m:r>
                          <a:rPr lang="en-US" sz="2400" b="1" i="1" noProof="1" dirty="0">
                            <a:solidFill>
                              <a:schemeClr val="tx1">
                                <a:lumMod val="95000"/>
                                <a:lumOff val="5000"/>
                              </a:schemeClr>
                            </a:solidFill>
                            <a:latin typeface="Cambria Math" panose="02040503050406030204" pitchFamily="18" charset="0"/>
                          </a:rPr>
                          <m:t>𝝋</m:t>
                        </m:r>
                      </m:e>
                      <m:sub>
                        <m:r>
                          <a:rPr lang="en-US" sz="2400" b="1" i="1" noProof="1" dirty="0">
                            <a:solidFill>
                              <a:schemeClr val="tx1">
                                <a:lumMod val="95000"/>
                                <a:lumOff val="5000"/>
                              </a:schemeClr>
                            </a:solidFill>
                            <a:latin typeface="Cambria Math" panose="02040503050406030204" pitchFamily="18" charset="0"/>
                          </a:rPr>
                          <m:t>𝒎</m:t>
                        </m:r>
                        <m:r>
                          <a:rPr lang="en-US" sz="2400" b="1" i="1" noProof="1" dirty="0">
                            <a:solidFill>
                              <a:schemeClr val="tx1">
                                <a:lumMod val="95000"/>
                                <a:lumOff val="5000"/>
                              </a:schemeClr>
                            </a:solidFill>
                            <a:latin typeface="Cambria Math" panose="02040503050406030204" pitchFamily="18" charset="0"/>
                          </a:rPr>
                          <m:t>𝟐</m:t>
                        </m:r>
                      </m:sub>
                    </m:sSub>
                    <m:d>
                      <m:dPr>
                        <m:ctrlPr>
                          <a:rPr lang="en-US" sz="2400" b="1" i="1" noProof="1" dirty="0">
                            <a:solidFill>
                              <a:schemeClr val="tx1">
                                <a:lumMod val="95000"/>
                                <a:lumOff val="5000"/>
                              </a:schemeClr>
                            </a:solidFill>
                            <a:latin typeface="Cambria Math" panose="02040503050406030204" pitchFamily="18" charset="0"/>
                          </a:rPr>
                        </m:ctrlPr>
                      </m:dPr>
                      <m:e>
                        <m:r>
                          <a:rPr lang="en-US" sz="2400" b="1" i="1" noProof="1" dirty="0">
                            <a:solidFill>
                              <a:schemeClr val="tx1">
                                <a:lumMod val="95000"/>
                                <a:lumOff val="5000"/>
                              </a:schemeClr>
                            </a:solidFill>
                            <a:latin typeface="Cambria Math" panose="02040503050406030204" pitchFamily="18" charset="0"/>
                          </a:rPr>
                          <m:t>𝒌</m:t>
                        </m:r>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𝜹</m:t>
                            </m:r>
                          </m:e>
                          <m:sub>
                            <m:r>
                              <a:rPr lang="en-US" sz="2400" b="1" i="1" noProof="1" dirty="0">
                                <a:solidFill>
                                  <a:schemeClr val="tx1">
                                    <a:lumMod val="95000"/>
                                    <a:lumOff val="5000"/>
                                  </a:schemeClr>
                                </a:solidFill>
                                <a:latin typeface="Cambria Math" panose="02040503050406030204" pitchFamily="18" charset="0"/>
                              </a:rPr>
                              <m:t>𝒊</m:t>
                            </m:r>
                          </m:sub>
                        </m:sSub>
                        <m:r>
                          <a:rPr lang="en-US" sz="2400" b="1" i="1" noProof="1" dirty="0">
                            <a:solidFill>
                              <a:schemeClr val="tx1">
                                <a:lumMod val="95000"/>
                                <a:lumOff val="5000"/>
                              </a:schemeClr>
                            </a:solidFill>
                            <a:latin typeface="Cambria Math" panose="02040503050406030204" pitchFamily="18" charset="0"/>
                          </a:rPr>
                          <m:t>, </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𝒊𝒋</m:t>
                            </m:r>
                          </m:sub>
                        </m:sSub>
                      </m:e>
                    </m:d>
                  </m:oMath>
                </a14:m>
                <a:r>
                  <a:rPr lang="en-US" sz="2400" b="1" noProof="1">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noProof="1" smtClean="0">
                    <a:solidFill>
                      <a:schemeClr val="tx1">
                        <a:lumMod val="95000"/>
                        <a:lumOff val="5000"/>
                      </a:schemeClr>
                    </a:solidFill>
                    <a:latin typeface="Times New Roman" panose="02020603050405020304" pitchFamily="18" charset="0"/>
                    <a:cs typeface="Times New Roman" panose="02020603050405020304" pitchFamily="18" charset="0"/>
                  </a:rPr>
                  <a:t>(1)                                                                                                                                                      </a:t>
                </a:r>
                <a:endParaRPr lang="en-US" sz="2400" noProof="1">
                  <a:solidFill>
                    <a:schemeClr val="tx1">
                      <a:lumMod val="95000"/>
                      <a:lumOff val="5000"/>
                    </a:schemeClr>
                  </a:solidFill>
                  <a:latin typeface="Times New Roman" panose="02020603050405020304" pitchFamily="18" charset="0"/>
                  <a:cs typeface="Times New Roman" panose="02020603050405020304" pitchFamily="18" charset="0"/>
                </a:endParaRPr>
              </a:p>
            </p:txBody>
          </p:sp>
        </mc:Choice>
        <mc:Fallback xmlns="">
          <p:sp>
            <p:nvSpPr>
              <p:cNvPr id="55" name="TextBox 54"/>
              <p:cNvSpPr txBox="1">
                <a:spLocks noRot="1" noChangeAspect="1" noMove="1" noResize="1" noEditPoints="1" noAdjustHandles="1" noChangeArrowheads="1" noChangeShapeType="1" noTextEdit="1"/>
              </p:cNvSpPr>
              <p:nvPr/>
            </p:nvSpPr>
            <p:spPr>
              <a:xfrm>
                <a:off x="13540205" y="5310730"/>
                <a:ext cx="11301879" cy="1330814"/>
              </a:xfrm>
              <a:prstGeom prst="rect">
                <a:avLst/>
              </a:prstGeom>
              <a:blipFill>
                <a:blip r:embed="rId19"/>
                <a:stretch>
                  <a:fillRect r="-83630" b="-5882"/>
                </a:stretch>
              </a:blipFill>
              <a:ln w="190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13540205" y="13521494"/>
                <a:ext cx="11301879" cy="1898148"/>
              </a:xfrm>
              <a:prstGeom prst="rect">
                <a:avLst/>
              </a:prstGeom>
              <a:solidFill>
                <a:schemeClr val="accent4">
                  <a:lumMod val="40000"/>
                  <a:lumOff val="60000"/>
                </a:schemeClr>
              </a:solidFill>
              <a:ln w="1905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tx1">
                              <a:lumMod val="95000"/>
                              <a:lumOff val="5000"/>
                            </a:schemeClr>
                          </a:solidFill>
                          <a:latin typeface="Cambria Math" panose="02040503050406030204" pitchFamily="18" charset="0"/>
                        </a:rPr>
                        <m:t>𝑨</m:t>
                      </m:r>
                      <m:d>
                        <m:dPr>
                          <m:ctrlPr>
                            <a:rPr lang="en-US" sz="2000" b="1" i="1">
                              <a:solidFill>
                                <a:schemeClr val="tx1">
                                  <a:lumMod val="95000"/>
                                  <a:lumOff val="5000"/>
                                </a:schemeClr>
                              </a:solidFill>
                              <a:latin typeface="Cambria Math" panose="02040503050406030204" pitchFamily="18" charset="0"/>
                            </a:rPr>
                          </m:ctrlPr>
                        </m:dPr>
                        <m:e>
                          <m:r>
                            <a:rPr lang="en-US" sz="2000" b="1" i="1">
                              <a:solidFill>
                                <a:schemeClr val="tx1">
                                  <a:lumMod val="95000"/>
                                  <a:lumOff val="5000"/>
                                </a:schemeClr>
                              </a:solidFill>
                              <a:latin typeface="Cambria Math" panose="02040503050406030204" pitchFamily="18" charset="0"/>
                            </a:rPr>
                            <m:t>𝜽</m:t>
                          </m:r>
                        </m:e>
                      </m:d>
                      <m:r>
                        <a:rPr lang="en-US" sz="2000" b="1" i="1">
                          <a:solidFill>
                            <a:schemeClr val="tx1">
                              <a:lumMod val="95000"/>
                              <a:lumOff val="5000"/>
                            </a:schemeClr>
                          </a:solidFill>
                          <a:latin typeface="Cambria Math" panose="02040503050406030204" pitchFamily="18" charset="0"/>
                        </a:rPr>
                        <m:t>=</m:t>
                      </m:r>
                      <m:rad>
                        <m:radPr>
                          <m:degHide m:val="on"/>
                          <m:ctrlPr>
                            <a:rPr lang="en-US" sz="2000" b="1" i="1">
                              <a:solidFill>
                                <a:schemeClr val="tx1">
                                  <a:lumMod val="95000"/>
                                  <a:lumOff val="5000"/>
                                </a:schemeClr>
                              </a:solidFill>
                              <a:latin typeface="Cambria Math" panose="02040503050406030204" pitchFamily="18" charset="0"/>
                            </a:rPr>
                          </m:ctrlPr>
                        </m:radPr>
                        <m:deg/>
                        <m:e>
                          <m:sSup>
                            <m:sSupPr>
                              <m:ctrlPr>
                                <a:rPr lang="en-US" sz="2000" b="1" i="1">
                                  <a:solidFill>
                                    <a:schemeClr val="tx1">
                                      <a:lumMod val="95000"/>
                                      <a:lumOff val="5000"/>
                                    </a:schemeClr>
                                  </a:solidFill>
                                  <a:latin typeface="Cambria Math" panose="02040503050406030204" pitchFamily="18" charset="0"/>
                                </a:rPr>
                              </m:ctrlPr>
                            </m:sSupPr>
                            <m:e>
                              <m:d>
                                <m:dPr>
                                  <m:begChr m:val="["/>
                                  <m:endChr m:val="]"/>
                                  <m:ctrlPr>
                                    <a:rPr lang="en-US" sz="2000" b="1" i="1">
                                      <a:solidFill>
                                        <a:schemeClr val="tx1">
                                          <a:lumMod val="95000"/>
                                          <a:lumOff val="5000"/>
                                        </a:schemeClr>
                                      </a:solidFill>
                                      <a:latin typeface="Cambria Math" panose="02040503050406030204" pitchFamily="18" charset="0"/>
                                    </a:rPr>
                                  </m:ctrlPr>
                                </m:dPr>
                                <m:e>
                                  <m:r>
                                    <a:rPr lang="en-US" sz="2000" b="1" i="1">
                                      <a:solidFill>
                                        <a:schemeClr val="tx1">
                                          <a:lumMod val="95000"/>
                                          <a:lumOff val="5000"/>
                                        </a:schemeClr>
                                      </a:solidFill>
                                      <a:latin typeface="Cambria Math" panose="02040503050406030204" pitchFamily="18" charset="0"/>
                                    </a:rPr>
                                    <m:t>𝟏</m:t>
                                  </m:r>
                                  <m:r>
                                    <a:rPr lang="en-US" sz="2000" b="1" i="1">
                                      <a:solidFill>
                                        <a:schemeClr val="tx1">
                                          <a:lumMod val="95000"/>
                                          <a:lumOff val="5000"/>
                                        </a:schemeClr>
                                      </a:solidFill>
                                      <a:latin typeface="Cambria Math" panose="02040503050406030204" pitchFamily="18" charset="0"/>
                                    </a:rPr>
                                    <m:t>−</m:t>
                                  </m:r>
                                  <m:nary>
                                    <m:naryPr>
                                      <m:chr m:val="∑"/>
                                      <m:ctrlPr>
                                        <a:rPr lang="en-US" sz="2000" b="1" i="1">
                                          <a:solidFill>
                                            <a:schemeClr val="tx1">
                                              <a:lumMod val="95000"/>
                                              <a:lumOff val="5000"/>
                                            </a:schemeClr>
                                          </a:solidFill>
                                          <a:latin typeface="Cambria Math" panose="02040503050406030204" pitchFamily="18" charset="0"/>
                                        </a:rPr>
                                      </m:ctrlPr>
                                    </m:naryPr>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𝟏</m:t>
                                      </m:r>
                                    </m:sub>
                                    <m:sup>
                                      <m:r>
                                        <a:rPr lang="en-US" sz="2000" b="1" i="1">
                                          <a:solidFill>
                                            <a:schemeClr val="tx1">
                                              <a:lumMod val="95000"/>
                                              <a:lumOff val="5000"/>
                                            </a:schemeClr>
                                          </a:solidFill>
                                          <a:latin typeface="Cambria Math" panose="02040503050406030204" pitchFamily="18" charset="0"/>
                                        </a:rPr>
                                        <m:t>𝒎</m:t>
                                      </m:r>
                                    </m:sup>
                                    <m:e>
                                      <m:d>
                                        <m:dPr>
                                          <m:begChr m:val="["/>
                                          <m:endChr m:val="]"/>
                                          <m:ctrlPr>
                                            <a:rPr lang="en-US" sz="2000" b="1" i="1">
                                              <a:solidFill>
                                                <a:schemeClr val="tx1">
                                                  <a:lumMod val="95000"/>
                                                  <a:lumOff val="5000"/>
                                                </a:schemeClr>
                                              </a:solidFill>
                                              <a:latin typeface="Cambria Math" panose="02040503050406030204" pitchFamily="18" charset="0"/>
                                            </a:rPr>
                                          </m:ctrlPr>
                                        </m:dPr>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𝒘</m:t>
                                              </m:r>
                                            </m:e>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𝟏</m:t>
                                              </m:r>
                                            </m:sub>
                                          </m:sSub>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𝝎</m:t>
                                              </m:r>
                                            </m:e>
                                            <m:sub>
                                              <m:r>
                                                <a:rPr lang="en-US" sz="2000" b="1" i="1">
                                                  <a:solidFill>
                                                    <a:schemeClr val="tx1">
                                                      <a:lumMod val="95000"/>
                                                      <a:lumOff val="5000"/>
                                                    </a:schemeClr>
                                                  </a:solidFill>
                                                  <a:latin typeface="Cambria Math" panose="02040503050406030204" pitchFamily="18" charset="0"/>
                                                </a:rPr>
                                                <m:t>𝟎</m:t>
                                              </m:r>
                                            </m:sub>
                                          </m:sSub>
                                          <m:r>
                                            <a:rPr lang="en-US" sz="2000" b="1" i="1">
                                              <a:solidFill>
                                                <a:schemeClr val="tx1">
                                                  <a:lumMod val="95000"/>
                                                  <a:lumOff val="5000"/>
                                                </a:schemeClr>
                                              </a:solidFill>
                                              <a:latin typeface="Cambria Math" panose="02040503050406030204" pitchFamily="18" charset="0"/>
                                            </a:rPr>
                                            <m:t>.</m:t>
                                          </m:r>
                                          <m:func>
                                            <m:funcPr>
                                              <m:ctrlPr>
                                                <a:rPr lang="en-US" sz="2000" b="1" i="1">
                                                  <a:solidFill>
                                                    <a:schemeClr val="tx1">
                                                      <a:lumMod val="95000"/>
                                                      <a:lumOff val="5000"/>
                                                    </a:schemeClr>
                                                  </a:solidFill>
                                                  <a:latin typeface="Cambria Math" panose="02040503050406030204" pitchFamily="18" charset="0"/>
                                                </a:rPr>
                                              </m:ctrlPr>
                                            </m:funcPr>
                                            <m:fName>
                                              <m:r>
                                                <a:rPr lang="en-US" sz="2000" b="1" i="1">
                                                  <a:solidFill>
                                                    <a:schemeClr val="tx1">
                                                      <a:lumMod val="95000"/>
                                                      <a:lumOff val="5000"/>
                                                    </a:schemeClr>
                                                  </a:solidFill>
                                                  <a:latin typeface="Cambria Math" panose="02040503050406030204" pitchFamily="18" charset="0"/>
                                                </a:rPr>
                                                <m:t>𝒄𝒐𝒔</m:t>
                                              </m:r>
                                            </m:fName>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𝜹</m:t>
                                                  </m:r>
                                                </m:e>
                                                <m:sub>
                                                  <m:r>
                                                    <a:rPr lang="en-US" sz="2000" b="1" i="1">
                                                      <a:solidFill>
                                                        <a:schemeClr val="tx1">
                                                          <a:lumMod val="95000"/>
                                                          <a:lumOff val="5000"/>
                                                        </a:schemeClr>
                                                      </a:solidFill>
                                                      <a:latin typeface="Cambria Math" panose="02040503050406030204" pitchFamily="18" charset="0"/>
                                                    </a:rPr>
                                                    <m:t>𝒊</m:t>
                                                  </m:r>
                                                </m:sub>
                                              </m:sSub>
                                            </m:e>
                                          </m:func>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𝑾</m:t>
                                              </m:r>
                                            </m:e>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𝟐</m:t>
                                              </m:r>
                                            </m:sub>
                                          </m:sSub>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𝝎</m:t>
                                              </m:r>
                                            </m:e>
                                            <m:sub>
                                              <m:r>
                                                <a:rPr lang="en-US" sz="2000" b="1" i="1">
                                                  <a:solidFill>
                                                    <a:schemeClr val="tx1">
                                                      <a:lumMod val="95000"/>
                                                      <a:lumOff val="5000"/>
                                                    </a:schemeClr>
                                                  </a:solidFill>
                                                  <a:latin typeface="Cambria Math" panose="02040503050406030204" pitchFamily="18" charset="0"/>
                                                </a:rPr>
                                                <m:t>𝟎</m:t>
                                              </m:r>
                                            </m:sub>
                                          </m:sSub>
                                          <m:r>
                                            <a:rPr lang="en-US" sz="2000" b="1" i="1">
                                              <a:solidFill>
                                                <a:schemeClr val="tx1">
                                                  <a:lumMod val="95000"/>
                                                  <a:lumOff val="5000"/>
                                                </a:schemeClr>
                                              </a:solidFill>
                                              <a:latin typeface="Cambria Math" panose="02040503050406030204" pitchFamily="18" charset="0"/>
                                            </a:rPr>
                                            <m:t>.</m:t>
                                          </m:r>
                                          <m:func>
                                            <m:funcPr>
                                              <m:ctrlPr>
                                                <a:rPr lang="en-US" sz="2000" b="1" i="1">
                                                  <a:solidFill>
                                                    <a:schemeClr val="tx1">
                                                      <a:lumMod val="95000"/>
                                                      <a:lumOff val="5000"/>
                                                    </a:schemeClr>
                                                  </a:solidFill>
                                                  <a:latin typeface="Cambria Math" panose="02040503050406030204" pitchFamily="18" charset="0"/>
                                                </a:rPr>
                                              </m:ctrlPr>
                                            </m:funcPr>
                                            <m:fName>
                                              <m:r>
                                                <a:rPr lang="en-US" sz="2000" b="1" i="1">
                                                  <a:solidFill>
                                                    <a:schemeClr val="tx1">
                                                      <a:lumMod val="95000"/>
                                                      <a:lumOff val="5000"/>
                                                    </a:schemeClr>
                                                  </a:solidFill>
                                                  <a:latin typeface="Cambria Math" panose="02040503050406030204" pitchFamily="18" charset="0"/>
                                                </a:rPr>
                                                <m:t>𝒔𝒊𝒏</m:t>
                                              </m:r>
                                            </m:fName>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𝜹</m:t>
                                                  </m:r>
                                                </m:e>
                                                <m:sub>
                                                  <m:r>
                                                    <a:rPr lang="en-US" sz="2000" b="1" i="1">
                                                      <a:solidFill>
                                                        <a:schemeClr val="tx1">
                                                          <a:lumMod val="95000"/>
                                                          <a:lumOff val="5000"/>
                                                        </a:schemeClr>
                                                      </a:solidFill>
                                                      <a:latin typeface="Cambria Math" panose="02040503050406030204" pitchFamily="18" charset="0"/>
                                                    </a:rPr>
                                                    <m:t>𝒊</m:t>
                                                  </m:r>
                                                </m:sub>
                                              </m:sSub>
                                            </m:e>
                                          </m:func>
                                        </m:e>
                                      </m:d>
                                    </m:e>
                                  </m:nary>
                                </m:e>
                              </m:d>
                            </m:e>
                            <m:sup>
                              <m:r>
                                <a:rPr lang="en-US" sz="2000" b="1" i="1">
                                  <a:solidFill>
                                    <a:schemeClr val="tx1">
                                      <a:lumMod val="95000"/>
                                      <a:lumOff val="5000"/>
                                    </a:schemeClr>
                                  </a:solidFill>
                                  <a:latin typeface="Cambria Math" panose="02040503050406030204" pitchFamily="18" charset="0"/>
                                </a:rPr>
                                <m:t>𝟐</m:t>
                              </m:r>
                            </m:sup>
                          </m:sSup>
                          <m:r>
                            <a:rPr lang="en-US" sz="2000" b="1" i="1">
                              <a:solidFill>
                                <a:schemeClr val="tx1">
                                  <a:lumMod val="95000"/>
                                  <a:lumOff val="5000"/>
                                </a:schemeClr>
                              </a:solidFill>
                              <a:latin typeface="Cambria Math" panose="02040503050406030204" pitchFamily="18" charset="0"/>
                            </a:rPr>
                            <m:t>+</m:t>
                          </m:r>
                          <m:sSup>
                            <m:sSupPr>
                              <m:ctrlPr>
                                <a:rPr lang="en-US" sz="2000" b="1" i="1">
                                  <a:solidFill>
                                    <a:schemeClr val="tx1">
                                      <a:lumMod val="95000"/>
                                      <a:lumOff val="5000"/>
                                    </a:schemeClr>
                                  </a:solidFill>
                                  <a:latin typeface="Cambria Math" panose="02040503050406030204" pitchFamily="18" charset="0"/>
                                </a:rPr>
                              </m:ctrlPr>
                            </m:sSupPr>
                            <m:e>
                              <m:d>
                                <m:dPr>
                                  <m:begChr m:val="["/>
                                  <m:endChr m:val="]"/>
                                  <m:ctrlPr>
                                    <a:rPr lang="en-US" sz="2000" b="1" i="1">
                                      <a:solidFill>
                                        <a:schemeClr val="tx1">
                                          <a:lumMod val="95000"/>
                                          <a:lumOff val="5000"/>
                                        </a:schemeClr>
                                      </a:solidFill>
                                      <a:latin typeface="Cambria Math" panose="02040503050406030204" pitchFamily="18" charset="0"/>
                                    </a:rPr>
                                  </m:ctrlPr>
                                </m:dPr>
                                <m:e>
                                  <m:nary>
                                    <m:naryPr>
                                      <m:chr m:val="∑"/>
                                      <m:ctrlPr>
                                        <a:rPr lang="en-US" sz="2000" b="1" i="1">
                                          <a:solidFill>
                                            <a:schemeClr val="tx1">
                                              <a:lumMod val="95000"/>
                                              <a:lumOff val="5000"/>
                                            </a:schemeClr>
                                          </a:solidFill>
                                          <a:latin typeface="Cambria Math" panose="02040503050406030204" pitchFamily="18" charset="0"/>
                                        </a:rPr>
                                      </m:ctrlPr>
                                    </m:naryPr>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𝟎</m:t>
                                      </m:r>
                                    </m:sub>
                                    <m:sup>
                                      <m:r>
                                        <a:rPr lang="en-US" sz="2000" b="1" i="1">
                                          <a:solidFill>
                                            <a:schemeClr val="tx1">
                                              <a:lumMod val="95000"/>
                                              <a:lumOff val="5000"/>
                                            </a:schemeClr>
                                          </a:solidFill>
                                          <a:latin typeface="Cambria Math" panose="02040503050406030204" pitchFamily="18" charset="0"/>
                                        </a:rPr>
                                        <m:t>𝒎</m:t>
                                      </m:r>
                                    </m:sup>
                                    <m:e>
                                      <m:d>
                                        <m:dPr>
                                          <m:begChr m:val="["/>
                                          <m:endChr m:val="]"/>
                                          <m:ctrlPr>
                                            <a:rPr lang="en-US" sz="2000" b="1" i="1">
                                              <a:solidFill>
                                                <a:schemeClr val="tx1">
                                                  <a:lumMod val="95000"/>
                                                  <a:lumOff val="5000"/>
                                                </a:schemeClr>
                                              </a:solidFill>
                                              <a:latin typeface="Cambria Math" panose="02040503050406030204" pitchFamily="18" charset="0"/>
                                            </a:rPr>
                                          </m:ctrlPr>
                                        </m:dPr>
                                        <m:e>
                                          <m:d>
                                            <m:dPr>
                                              <m:begChr m:val="["/>
                                              <m:endChr m:val="]"/>
                                              <m:ctrlPr>
                                                <a:rPr lang="en-US" sz="2000" b="1" i="1">
                                                  <a:solidFill>
                                                    <a:schemeClr val="tx1">
                                                      <a:lumMod val="95000"/>
                                                      <a:lumOff val="5000"/>
                                                    </a:schemeClr>
                                                  </a:solidFill>
                                                  <a:latin typeface="Cambria Math" panose="02040503050406030204" pitchFamily="18" charset="0"/>
                                                </a:rPr>
                                              </m:ctrlPr>
                                            </m:dPr>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𝒘</m:t>
                                                  </m:r>
                                                </m:e>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𝟏</m:t>
                                                  </m:r>
                                                </m:sub>
                                              </m:sSub>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𝝎</m:t>
                                                  </m:r>
                                                </m:e>
                                                <m:sub>
                                                  <m:r>
                                                    <a:rPr lang="en-US" sz="2000" b="1" i="1">
                                                      <a:solidFill>
                                                        <a:schemeClr val="tx1">
                                                          <a:lumMod val="95000"/>
                                                          <a:lumOff val="5000"/>
                                                        </a:schemeClr>
                                                      </a:solidFill>
                                                      <a:latin typeface="Cambria Math" panose="02040503050406030204" pitchFamily="18" charset="0"/>
                                                    </a:rPr>
                                                    <m:t>𝟎</m:t>
                                                  </m:r>
                                                </m:sub>
                                              </m:sSub>
                                              <m:r>
                                                <a:rPr lang="en-US" sz="2000" b="1" i="1">
                                                  <a:solidFill>
                                                    <a:schemeClr val="tx1">
                                                      <a:lumMod val="95000"/>
                                                      <a:lumOff val="5000"/>
                                                    </a:schemeClr>
                                                  </a:solidFill>
                                                  <a:latin typeface="Cambria Math" panose="02040503050406030204" pitchFamily="18" charset="0"/>
                                                </a:rPr>
                                                <m:t>.</m:t>
                                              </m:r>
                                              <m:func>
                                                <m:funcPr>
                                                  <m:ctrlPr>
                                                    <a:rPr lang="en-US" sz="2000" b="1" i="1">
                                                      <a:solidFill>
                                                        <a:schemeClr val="tx1">
                                                          <a:lumMod val="95000"/>
                                                          <a:lumOff val="5000"/>
                                                        </a:schemeClr>
                                                      </a:solidFill>
                                                      <a:latin typeface="Cambria Math" panose="02040503050406030204" pitchFamily="18" charset="0"/>
                                                    </a:rPr>
                                                  </m:ctrlPr>
                                                </m:funcPr>
                                                <m:fName>
                                                  <m:r>
                                                    <a:rPr lang="en-US" sz="2000" b="1" i="1">
                                                      <a:solidFill>
                                                        <a:schemeClr val="tx1">
                                                          <a:lumMod val="95000"/>
                                                          <a:lumOff val="5000"/>
                                                        </a:schemeClr>
                                                      </a:solidFill>
                                                      <a:latin typeface="Cambria Math" panose="02040503050406030204" pitchFamily="18" charset="0"/>
                                                    </a:rPr>
                                                    <m:t>𝒔𝒊𝒏</m:t>
                                                  </m:r>
                                                </m:fName>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𝜹</m:t>
                                                      </m:r>
                                                    </m:e>
                                                    <m:sub>
                                                      <m:r>
                                                        <a:rPr lang="en-US" sz="2000" b="1" i="1">
                                                          <a:solidFill>
                                                            <a:schemeClr val="tx1">
                                                              <a:lumMod val="95000"/>
                                                              <a:lumOff val="5000"/>
                                                            </a:schemeClr>
                                                          </a:solidFill>
                                                          <a:latin typeface="Cambria Math" panose="02040503050406030204" pitchFamily="18" charset="0"/>
                                                        </a:rPr>
                                                        <m:t>𝒊</m:t>
                                                      </m:r>
                                                    </m:sub>
                                                  </m:sSub>
                                                </m:e>
                                              </m:func>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𝑾</m:t>
                                                  </m:r>
                                                </m:e>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𝟐</m:t>
                                                  </m:r>
                                                </m:sub>
                                              </m:sSub>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𝝎</m:t>
                                                  </m:r>
                                                </m:e>
                                                <m:sub>
                                                  <m:r>
                                                    <a:rPr lang="en-US" sz="2000" b="1" i="1">
                                                      <a:solidFill>
                                                        <a:schemeClr val="tx1">
                                                          <a:lumMod val="95000"/>
                                                          <a:lumOff val="5000"/>
                                                        </a:schemeClr>
                                                      </a:solidFill>
                                                      <a:latin typeface="Cambria Math" panose="02040503050406030204" pitchFamily="18" charset="0"/>
                                                    </a:rPr>
                                                    <m:t>𝟎</m:t>
                                                  </m:r>
                                                </m:sub>
                                              </m:sSub>
                                              <m:r>
                                                <a:rPr lang="en-US" sz="2000" b="1" i="1">
                                                  <a:solidFill>
                                                    <a:schemeClr val="tx1">
                                                      <a:lumMod val="95000"/>
                                                      <a:lumOff val="5000"/>
                                                    </a:schemeClr>
                                                  </a:solidFill>
                                                  <a:latin typeface="Cambria Math" panose="02040503050406030204" pitchFamily="18" charset="0"/>
                                                </a:rPr>
                                                <m:t>.</m:t>
                                              </m:r>
                                              <m:func>
                                                <m:funcPr>
                                                  <m:ctrlPr>
                                                    <a:rPr lang="en-US" sz="2000" b="1" i="1">
                                                      <a:solidFill>
                                                        <a:schemeClr val="tx1">
                                                          <a:lumMod val="95000"/>
                                                          <a:lumOff val="5000"/>
                                                        </a:schemeClr>
                                                      </a:solidFill>
                                                      <a:latin typeface="Cambria Math" panose="02040503050406030204" pitchFamily="18" charset="0"/>
                                                    </a:rPr>
                                                  </m:ctrlPr>
                                                </m:funcPr>
                                                <m:fName>
                                                  <m:r>
                                                    <a:rPr lang="en-US" sz="2000" b="1" i="1">
                                                      <a:solidFill>
                                                        <a:schemeClr val="tx1">
                                                          <a:lumMod val="95000"/>
                                                          <a:lumOff val="5000"/>
                                                        </a:schemeClr>
                                                      </a:solidFill>
                                                      <a:latin typeface="Cambria Math" panose="02040503050406030204" pitchFamily="18" charset="0"/>
                                                    </a:rPr>
                                                    <m:t>𝒄𝒐𝒔</m:t>
                                                  </m:r>
                                                </m:fName>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𝜹</m:t>
                                                      </m:r>
                                                    </m:e>
                                                    <m:sub>
                                                      <m:r>
                                                        <a:rPr lang="en-US" sz="2000" b="1" i="1">
                                                          <a:solidFill>
                                                            <a:schemeClr val="tx1">
                                                              <a:lumMod val="95000"/>
                                                              <a:lumOff val="5000"/>
                                                            </a:schemeClr>
                                                          </a:solidFill>
                                                          <a:latin typeface="Cambria Math" panose="02040503050406030204" pitchFamily="18" charset="0"/>
                                                        </a:rPr>
                                                        <m:t>𝒊</m:t>
                                                      </m:r>
                                                    </m:sub>
                                                  </m:sSub>
                                                </m:e>
                                              </m:func>
                                            </m:e>
                                          </m:d>
                                        </m:e>
                                      </m:d>
                                    </m:e>
                                  </m:nary>
                                </m:e>
                              </m:d>
                            </m:e>
                            <m:sup>
                              <m:r>
                                <a:rPr lang="en-US" sz="2000" b="1" i="1">
                                  <a:solidFill>
                                    <a:schemeClr val="tx1">
                                      <a:lumMod val="95000"/>
                                      <a:lumOff val="5000"/>
                                    </a:schemeClr>
                                  </a:solidFill>
                                  <a:latin typeface="Cambria Math" panose="02040503050406030204" pitchFamily="18" charset="0"/>
                                </a:rPr>
                                <m:t>𝟐</m:t>
                              </m:r>
                            </m:sup>
                          </m:sSup>
                        </m:e>
                      </m:rad>
                      <m:r>
                        <a:rPr lang="en-US" sz="2000" b="1">
                          <a:solidFill>
                            <a:schemeClr val="tx1">
                              <a:lumMod val="95000"/>
                              <a:lumOff val="5000"/>
                            </a:schemeClr>
                          </a:solidFill>
                          <a:latin typeface="Cambria Math" panose="02040503050406030204" pitchFamily="18" charset="0"/>
                        </a:rPr>
                        <m:t>(</m:t>
                      </m:r>
                      <m:r>
                        <a:rPr lang="en-US" sz="2000" b="1">
                          <a:solidFill>
                            <a:schemeClr val="tx1">
                              <a:lumMod val="95000"/>
                              <a:lumOff val="5000"/>
                            </a:schemeClr>
                          </a:solidFill>
                          <a:latin typeface="Cambria Math" panose="02040503050406030204" pitchFamily="18" charset="0"/>
                        </a:rPr>
                        <m:t>𝟒</m:t>
                      </m:r>
                      <m:r>
                        <a:rPr lang="en-US" sz="2000" b="1">
                          <a:solidFill>
                            <a:schemeClr val="tx1">
                              <a:lumMod val="95000"/>
                              <a:lumOff val="5000"/>
                            </a:schemeClr>
                          </a:solidFill>
                          <a:latin typeface="Cambria Math" panose="02040503050406030204" pitchFamily="18" charset="0"/>
                        </a:rPr>
                        <m:t>)</m:t>
                      </m:r>
                    </m:oMath>
                  </m:oMathPara>
                </a14:m>
                <a:endParaRPr 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sz="2000" dirty="0">
                  <a:solidFill>
                    <a:schemeClr val="tx1">
                      <a:lumMod val="95000"/>
                      <a:lumOff val="5000"/>
                    </a:schemeClr>
                  </a:solidFill>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13540205" y="13521494"/>
                <a:ext cx="11301879" cy="1898148"/>
              </a:xfrm>
              <a:prstGeom prst="rect">
                <a:avLst/>
              </a:prstGeom>
              <a:blipFill>
                <a:blip r:embed="rId20"/>
                <a:stretch>
                  <a:fillRect/>
                </a:stretch>
              </a:blipFill>
              <a:ln w="19050">
                <a:solidFill>
                  <a:schemeClr val="tx1"/>
                </a:solidFill>
              </a:ln>
            </p:spPr>
            <p:txBody>
              <a:bodyPr/>
              <a:lstStyle/>
              <a:p>
                <a:r>
                  <a:rPr lang="en-US">
                    <a:noFill/>
                  </a:rPr>
                  <a:t> </a:t>
                </a:r>
              </a:p>
            </p:txBody>
          </p:sp>
        </mc:Fallback>
      </mc:AlternateContent>
      <p:pic>
        <p:nvPicPr>
          <p:cNvPr id="57" name="Picture 56"/>
          <p:cNvPicPr/>
          <p:nvPr/>
        </p:nvPicPr>
        <p:blipFill rotWithShape="1">
          <a:blip r:embed="rId21">
            <a:extLst>
              <a:ext uri="{28A0092B-C50C-407E-A947-70E740481C1C}">
                <a14:useLocalDpi xmlns:a14="http://schemas.microsoft.com/office/drawing/2010/main" val="0"/>
              </a:ext>
            </a:extLst>
          </a:blip>
          <a:srcRect l="20024" t="7063" r="17902" b="10658"/>
          <a:stretch/>
        </p:blipFill>
        <p:spPr bwMode="auto">
          <a:xfrm>
            <a:off x="13671388" y="17171233"/>
            <a:ext cx="3883796" cy="376148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995839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8"/>
        <p:cNvGrpSpPr/>
        <p:nvPr/>
      </p:nvGrpSpPr>
      <p:grpSpPr>
        <a:xfrm>
          <a:off x="0" y="0"/>
          <a:ext cx="0" cy="0"/>
          <a:chOff x="0" y="0"/>
          <a:chExt cx="0" cy="0"/>
        </a:xfrm>
      </p:grpSpPr>
      <p:sp>
        <p:nvSpPr>
          <p:cNvPr id="199" name="Google Shape;199;g32ac60abedf_0_104"/>
          <p:cNvSpPr/>
          <p:nvPr/>
        </p:nvSpPr>
        <p:spPr>
          <a:xfrm>
            <a:off x="12181042" y="3677210"/>
            <a:ext cx="889591" cy="28793075"/>
          </a:xfrm>
          <a:prstGeom prst="roundRect">
            <a:avLst>
              <a:gd name="adj" fmla="val 50000"/>
            </a:avLst>
          </a:prstGeom>
          <a:solidFill>
            <a:srgbClr val="FFF0F8"/>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798" b="0" i="0" u="none" strike="noStrike" cap="none">
              <a:solidFill>
                <a:schemeClr val="lt1"/>
              </a:solidFill>
              <a:latin typeface="Times New Roman"/>
              <a:ea typeface="Times New Roman"/>
              <a:cs typeface="Times New Roman"/>
              <a:sym typeface="Times New Roman"/>
            </a:endParaRPr>
          </a:p>
        </p:txBody>
      </p:sp>
      <p:sp>
        <p:nvSpPr>
          <p:cNvPr id="200" name="Google Shape;200;g32ac60abedf_0_104"/>
          <p:cNvSpPr/>
          <p:nvPr/>
        </p:nvSpPr>
        <p:spPr>
          <a:xfrm>
            <a:off x="341838" y="4015045"/>
            <a:ext cx="11604600" cy="596700"/>
          </a:xfrm>
          <a:prstGeom prst="roundRect">
            <a:avLst>
              <a:gd name="adj" fmla="val 34319"/>
            </a:avLst>
          </a:prstGeom>
          <a:solidFill>
            <a:srgbClr val="7030A0"/>
          </a:solidFill>
          <a:ln w="12700" cap="flat" cmpd="sng">
            <a:solidFill>
              <a:srgbClr val="1C458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4629" b="0" i="0" u="none" strike="noStrike" cap="none"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4629" b="0" i="0" u="none" strike="noStrike" cap="none" dirty="0" smtClean="0">
                <a:solidFill>
                  <a:schemeClr val="lt1"/>
                </a:solidFill>
                <a:latin typeface="Times New Roman"/>
                <a:ea typeface="Times New Roman"/>
                <a:cs typeface="Times New Roman"/>
                <a:sym typeface="Times New Roman"/>
              </a:rPr>
              <a:t>1.   Abstract</a:t>
            </a:r>
            <a:endParaRPr dirty="0"/>
          </a:p>
          <a:p>
            <a:pPr marL="0" marR="0" lvl="0" indent="0" algn="ctr" rtl="0">
              <a:spcBef>
                <a:spcPts val="0"/>
              </a:spcBef>
              <a:spcAft>
                <a:spcPts val="0"/>
              </a:spcAft>
              <a:buNone/>
            </a:pPr>
            <a:endParaRPr sz="4629" b="0" i="0" u="none" strike="noStrike" cap="none" dirty="0">
              <a:solidFill>
                <a:schemeClr val="lt1"/>
              </a:solidFill>
              <a:latin typeface="Times New Roman"/>
              <a:ea typeface="Times New Roman"/>
              <a:cs typeface="Times New Roman"/>
              <a:sym typeface="Times New Roman"/>
            </a:endParaRPr>
          </a:p>
        </p:txBody>
      </p:sp>
      <p:sp>
        <p:nvSpPr>
          <p:cNvPr id="201" name="Google Shape;201;g32ac60abedf_0_104"/>
          <p:cNvSpPr/>
          <p:nvPr/>
        </p:nvSpPr>
        <p:spPr>
          <a:xfrm>
            <a:off x="410149" y="4768733"/>
            <a:ext cx="11598000" cy="3898990"/>
          </a:xfrm>
          <a:prstGeom prst="rect">
            <a:avLst/>
          </a:prstGeom>
          <a:solidFill>
            <a:srgbClr val="FFF0F8"/>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just" rtl="0">
              <a:spcBef>
                <a:spcPts val="0"/>
              </a:spcBef>
              <a:spcAft>
                <a:spcPts val="0"/>
              </a:spcAft>
              <a:buSzPts val="1100"/>
              <a:buNone/>
            </a:pPr>
            <a:r>
              <a:rPr lang="en-US" sz="2400" noProof="1" smtClean="0">
                <a:solidFill>
                  <a:schemeClr val="dk1"/>
                </a:solidFill>
                <a:latin typeface="Times New Roman"/>
                <a:ea typeface="Times New Roman"/>
                <a:cs typeface="Times New Roman"/>
                <a:sym typeface="Times New Roman"/>
              </a:rPr>
              <a:t>One of the main features of 5G communication networks is the use of massive MIMO technology with adaptive beamforming. This research focuses on using a linear array antenna</a:t>
            </a:r>
          </a:p>
          <a:p>
            <a:pPr marL="0" lvl="0" indent="0" algn="just" rtl="0">
              <a:spcBef>
                <a:spcPts val="0"/>
              </a:spcBef>
              <a:spcAft>
                <a:spcPts val="0"/>
              </a:spcAft>
              <a:buSzPts val="1100"/>
              <a:buNone/>
            </a:pPr>
            <a:r>
              <a:rPr lang="en-US" sz="2400" noProof="1" smtClean="0">
                <a:solidFill>
                  <a:schemeClr val="dk1"/>
                </a:solidFill>
                <a:latin typeface="Times New Roman"/>
                <a:ea typeface="Times New Roman"/>
                <a:cs typeface="Times New Roman"/>
                <a:sym typeface="Times New Roman"/>
              </a:rPr>
              <a:t>to manage unwanted signals like jamming, interference and noise. At the same time, it enhances signal strength towards the desired user or device.The main challenge was optimizing the weights of the antenna elements. To address this, adaptive algorithms like LCMV and RLS were used.To simplify the process, we applied two soft computing methods : Particle Swarm Optimization (PSO) and Genetic Algorithm (GA). The beamforming weights and radiation patterns were evaluated for cancelling the unwanted signal and enhancing the desired signal. The results were compared with existing algorithms and showed closely matched outcomes.</a:t>
            </a:r>
            <a:endParaRPr lang="en-US" sz="2400" noProof="1">
              <a:solidFill>
                <a:schemeClr val="dk1"/>
              </a:solidFill>
              <a:latin typeface="Times New Roman"/>
              <a:ea typeface="Times New Roman"/>
              <a:cs typeface="Times New Roman"/>
              <a:sym typeface="Times New Roman"/>
            </a:endParaRPr>
          </a:p>
        </p:txBody>
      </p:sp>
      <p:sp>
        <p:nvSpPr>
          <p:cNvPr id="202" name="Google Shape;202;g32ac60abedf_0_104"/>
          <p:cNvSpPr/>
          <p:nvPr/>
        </p:nvSpPr>
        <p:spPr>
          <a:xfrm>
            <a:off x="0" y="-12418"/>
            <a:ext cx="25146000" cy="3638400"/>
          </a:xfrm>
          <a:prstGeom prst="rect">
            <a:avLst/>
          </a:prstGeom>
          <a:solidFill>
            <a:srgbClr val="7030A0"/>
          </a:solid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6000" b="1" i="0" u="none" strike="noStrike" cap="none">
              <a:solidFill>
                <a:schemeClr val="dk1"/>
              </a:solidFill>
              <a:latin typeface="Times New Roman"/>
              <a:ea typeface="Times New Roman"/>
              <a:cs typeface="Times New Roman"/>
              <a:sym typeface="Times New Roman"/>
            </a:endParaRPr>
          </a:p>
        </p:txBody>
      </p:sp>
      <p:sp>
        <p:nvSpPr>
          <p:cNvPr id="203" name="Google Shape;203;g32ac60abedf_0_104"/>
          <p:cNvSpPr/>
          <p:nvPr/>
        </p:nvSpPr>
        <p:spPr>
          <a:xfrm>
            <a:off x="501171" y="13450455"/>
            <a:ext cx="11516700" cy="4204800"/>
          </a:xfrm>
          <a:prstGeom prst="rect">
            <a:avLst/>
          </a:prstGeom>
          <a:solidFill>
            <a:srgbClr val="FFF0F8"/>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just" rtl="0">
              <a:lnSpc>
                <a:spcPct val="115000"/>
              </a:lnSpc>
              <a:spcBef>
                <a:spcPts val="0"/>
              </a:spcBef>
              <a:spcAft>
                <a:spcPts val="0"/>
              </a:spcAft>
              <a:buSzPts val="1100"/>
              <a:buNone/>
            </a:pPr>
            <a:r>
              <a:rPr lang="en-US" sz="2400" noProof="1" smtClean="0">
                <a:solidFill>
                  <a:schemeClr val="dk1"/>
                </a:solidFill>
              </a:rPr>
              <a:t>PSO outperforms in optimizing the amplitude and position of antenna elements to improve the performance of beamforming and antenna array synthesis as compared by the authors in [1]  while the authors in [2]  have shown how Genetic Algorithm(GA) enhances load balancing among antenna elements. Massive MIMO-OFDM combined with a genetic algorithm (GA) used in [3] improves signal quality by improving the signal-to-interference noise ratio (SINR),reducing bit error rate (BER), and lowering power consumption, all of which contribute to better service quality.Particle Swarm Optimization (PSO) excels in optimizing signal strength and minimizing interference as proposed by the authors in [4].</a:t>
            </a:r>
            <a:endParaRPr lang="en-US" sz="2400" noProof="1"/>
          </a:p>
        </p:txBody>
      </p:sp>
      <p:sp>
        <p:nvSpPr>
          <p:cNvPr id="204" name="Google Shape;204;g32ac60abedf_0_104"/>
          <p:cNvSpPr/>
          <p:nvPr/>
        </p:nvSpPr>
        <p:spPr>
          <a:xfrm>
            <a:off x="341838" y="17817014"/>
            <a:ext cx="11604600" cy="596700"/>
          </a:xfrm>
          <a:prstGeom prst="roundRect">
            <a:avLst>
              <a:gd name="adj" fmla="val 34319"/>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4</a:t>
            </a:r>
            <a:r>
              <a:rPr lang="en-US" sz="4629" b="0" i="0" u="none" strike="noStrike" cap="none" dirty="0" smtClean="0">
                <a:solidFill>
                  <a:schemeClr val="lt1"/>
                </a:solidFill>
                <a:latin typeface="Times New Roman"/>
                <a:ea typeface="Times New Roman"/>
                <a:cs typeface="Times New Roman"/>
                <a:sym typeface="Times New Roman"/>
              </a:rPr>
              <a:t>.  </a:t>
            </a:r>
            <a:r>
              <a:rPr lang="en-US" sz="4629" b="0" i="0" u="none" strike="noStrike" cap="none" dirty="0">
                <a:solidFill>
                  <a:schemeClr val="lt1"/>
                </a:solidFill>
                <a:latin typeface="Times New Roman"/>
                <a:ea typeface="Times New Roman"/>
                <a:cs typeface="Times New Roman"/>
                <a:sym typeface="Times New Roman"/>
              </a:rPr>
              <a:t>Methodology</a:t>
            </a:r>
            <a:endParaRPr dirty="0"/>
          </a:p>
        </p:txBody>
      </p:sp>
      <p:sp>
        <p:nvSpPr>
          <p:cNvPr id="205" name="Google Shape;205;g32ac60abedf_0_104"/>
          <p:cNvSpPr/>
          <p:nvPr/>
        </p:nvSpPr>
        <p:spPr>
          <a:xfrm>
            <a:off x="371836" y="12603471"/>
            <a:ext cx="11604600" cy="596700"/>
          </a:xfrm>
          <a:prstGeom prst="roundRect">
            <a:avLst>
              <a:gd name="adj" fmla="val 34319"/>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3</a:t>
            </a:r>
            <a:r>
              <a:rPr lang="en-US" sz="4629" b="0" i="0" u="none" strike="noStrike" cap="none" dirty="0" smtClean="0">
                <a:solidFill>
                  <a:schemeClr val="lt1"/>
                </a:solidFill>
                <a:latin typeface="Times New Roman"/>
                <a:ea typeface="Times New Roman"/>
                <a:cs typeface="Times New Roman"/>
                <a:sym typeface="Times New Roman"/>
              </a:rPr>
              <a:t>.  </a:t>
            </a:r>
            <a:r>
              <a:rPr lang="en-US" sz="4629" b="0" i="0" u="none" strike="noStrike" cap="none" dirty="0">
                <a:solidFill>
                  <a:schemeClr val="lt1"/>
                </a:solidFill>
                <a:latin typeface="Times New Roman"/>
                <a:ea typeface="Times New Roman"/>
                <a:cs typeface="Times New Roman"/>
                <a:sym typeface="Times New Roman"/>
              </a:rPr>
              <a:t>Literature Review</a:t>
            </a:r>
            <a:endParaRPr dirty="0"/>
          </a:p>
        </p:txBody>
      </p:sp>
      <p:sp>
        <p:nvSpPr>
          <p:cNvPr id="207" name="Google Shape;207;g32ac60abedf_0_104"/>
          <p:cNvSpPr/>
          <p:nvPr/>
        </p:nvSpPr>
        <p:spPr>
          <a:xfrm>
            <a:off x="2550290" y="52360633"/>
            <a:ext cx="11324857" cy="1650900"/>
          </a:xfrm>
          <a:prstGeom prst="rect">
            <a:avLst/>
          </a:prstGeom>
          <a:solidFill>
            <a:srgbClr val="FEF6F0"/>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dirty="0" err="1" smtClean="0"/>
              <a:t>Ddddd</a:t>
            </a:r>
            <a:r>
              <a:rPr lang="en-US" dirty="0" smtClean="0"/>
              <a:t> </a:t>
            </a:r>
            <a:endParaRPr dirty="0"/>
          </a:p>
        </p:txBody>
      </p:sp>
      <p:sp>
        <p:nvSpPr>
          <p:cNvPr id="214" name="Google Shape;214;g32ac60abedf_0_104"/>
          <p:cNvSpPr txBox="1"/>
          <p:nvPr/>
        </p:nvSpPr>
        <p:spPr>
          <a:xfrm>
            <a:off x="3094199" y="57550"/>
            <a:ext cx="20598600" cy="193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a:solidFill>
                  <a:schemeClr val="lt1"/>
                </a:solidFill>
                <a:latin typeface="Times New Roman"/>
                <a:ea typeface="Times New Roman"/>
                <a:cs typeface="Times New Roman"/>
                <a:sym typeface="Times New Roman"/>
              </a:rPr>
              <a:t>Adaptive Beamforming of Linear Array Antenna System using Particle Swarm Optimization and Genetic Algorithm</a:t>
            </a:r>
            <a:endParaRPr>
              <a:latin typeface="Times New Roman"/>
              <a:ea typeface="Times New Roman"/>
              <a:cs typeface="Times New Roman"/>
              <a:sym typeface="Times New Roman"/>
            </a:endParaRPr>
          </a:p>
        </p:txBody>
      </p:sp>
      <p:sp>
        <p:nvSpPr>
          <p:cNvPr id="215" name="Google Shape;215;g32ac60abedf_0_104"/>
          <p:cNvSpPr txBox="1"/>
          <p:nvPr/>
        </p:nvSpPr>
        <p:spPr>
          <a:xfrm>
            <a:off x="3563400" y="2247334"/>
            <a:ext cx="9009600" cy="10771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dirty="0" smtClean="0">
                <a:solidFill>
                  <a:schemeClr val="lt1"/>
                </a:solidFill>
                <a:latin typeface="Times New Roman"/>
                <a:ea typeface="Times New Roman"/>
                <a:cs typeface="Times New Roman"/>
                <a:sym typeface="Times New Roman"/>
              </a:rPr>
              <a:t>Exam </a:t>
            </a:r>
            <a:r>
              <a:rPr lang="en-US" sz="3200" dirty="0">
                <a:solidFill>
                  <a:schemeClr val="lt1"/>
                </a:solidFill>
                <a:latin typeface="Times New Roman"/>
                <a:ea typeface="Times New Roman"/>
                <a:cs typeface="Times New Roman"/>
                <a:sym typeface="Times New Roman"/>
              </a:rPr>
              <a:t>Roll: 202180 &amp; 202182</a:t>
            </a:r>
            <a:endParaRPr dirty="0"/>
          </a:p>
          <a:p>
            <a:pPr marL="0" marR="0" lvl="0" indent="0" algn="l" rtl="0">
              <a:spcBef>
                <a:spcPts val="0"/>
              </a:spcBef>
              <a:spcAft>
                <a:spcPts val="0"/>
              </a:spcAft>
              <a:buNone/>
            </a:pPr>
            <a:endParaRPr sz="3200" dirty="0">
              <a:solidFill>
                <a:schemeClr val="lt1"/>
              </a:solidFill>
              <a:latin typeface="Times New Roman"/>
              <a:ea typeface="Times New Roman"/>
              <a:cs typeface="Times New Roman"/>
              <a:sym typeface="Times New Roman"/>
            </a:endParaRPr>
          </a:p>
        </p:txBody>
      </p:sp>
      <p:pic>
        <p:nvPicPr>
          <p:cNvPr id="217" name="Google Shape;217;g32ac60abedf_0_104"/>
          <p:cNvPicPr preferRelativeResize="0"/>
          <p:nvPr/>
        </p:nvPicPr>
        <p:blipFill rotWithShape="1">
          <a:blip r:embed="rId4">
            <a:alphaModFix/>
          </a:blip>
          <a:srcRect/>
          <a:stretch/>
        </p:blipFill>
        <p:spPr>
          <a:xfrm>
            <a:off x="1020199" y="959572"/>
            <a:ext cx="1924512" cy="2282336"/>
          </a:xfrm>
          <a:prstGeom prst="rect">
            <a:avLst/>
          </a:prstGeom>
          <a:noFill/>
          <a:ln>
            <a:noFill/>
          </a:ln>
        </p:spPr>
      </p:pic>
      <p:sp>
        <p:nvSpPr>
          <p:cNvPr id="220" name="Google Shape;220;g32ac60abedf_0_104"/>
          <p:cNvSpPr/>
          <p:nvPr/>
        </p:nvSpPr>
        <p:spPr>
          <a:xfrm>
            <a:off x="475732" y="18624448"/>
            <a:ext cx="11426755" cy="1677600"/>
          </a:xfrm>
          <a:prstGeom prst="rect">
            <a:avLst/>
          </a:prstGeom>
          <a:solidFill>
            <a:srgbClr val="FFF0F8"/>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2400" dirty="0">
                <a:solidFill>
                  <a:schemeClr val="dk1"/>
                </a:solidFill>
                <a:latin typeface="Times New Roman"/>
                <a:ea typeface="Times New Roman"/>
                <a:cs typeface="Times New Roman"/>
                <a:sym typeface="Times New Roman"/>
              </a:rPr>
              <a:t>The basic architecture of AAS with adaptive beamforming technique is</a:t>
            </a:r>
            <a:r>
              <a:rPr lang="en-US" sz="2400" b="0" i="0" u="none" strike="noStrike" cap="none" dirty="0">
                <a:solidFill>
                  <a:schemeClr val="dk1"/>
                </a:solidFill>
                <a:latin typeface="Times New Roman"/>
                <a:ea typeface="Times New Roman"/>
                <a:cs typeface="Times New Roman"/>
                <a:sym typeface="Times New Roman"/>
              </a:rPr>
              <a:t> shown in fig. 01. </a:t>
            </a:r>
            <a:r>
              <a:rPr lang="en-US" sz="2400" dirty="0">
                <a:solidFill>
                  <a:schemeClr val="dk1"/>
                </a:solidFill>
                <a:latin typeface="Times New Roman"/>
                <a:ea typeface="Times New Roman"/>
                <a:cs typeface="Times New Roman"/>
                <a:sym typeface="Times New Roman"/>
              </a:rPr>
              <a:t>Different types of adaptive algorithm are used in adaptive beamforming which transmits or receives the desired signal from a particular direction of arrival at the same time reject the unwanted signal of particular direction .</a:t>
            </a:r>
            <a:endParaRPr dirty="0"/>
          </a:p>
        </p:txBody>
      </p:sp>
      <p:sp>
        <p:nvSpPr>
          <p:cNvPr id="221" name="Google Shape;221;g32ac60abedf_0_104"/>
          <p:cNvSpPr/>
          <p:nvPr/>
        </p:nvSpPr>
        <p:spPr>
          <a:xfrm>
            <a:off x="437752" y="31117455"/>
            <a:ext cx="11412771" cy="535500"/>
          </a:xfrm>
          <a:prstGeom prst="rect">
            <a:avLst/>
          </a:prstGeom>
          <a:solidFill>
            <a:srgbClr val="FFF0F8"/>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Times New Roman"/>
                <a:ea typeface="Times New Roman"/>
                <a:cs typeface="Times New Roman"/>
                <a:sym typeface="Times New Roman"/>
              </a:rPr>
              <a:t>Fig 01: The basic architecture of adaptive beamforming</a:t>
            </a:r>
            <a:endParaRPr dirty="0"/>
          </a:p>
        </p:txBody>
      </p:sp>
      <p:pic>
        <p:nvPicPr>
          <p:cNvPr id="222" name="Google Shape;222;g32ac60abedf_0_104"/>
          <p:cNvPicPr preferRelativeResize="0"/>
          <p:nvPr/>
        </p:nvPicPr>
        <p:blipFill>
          <a:blip r:embed="rId5">
            <a:alphaModFix/>
          </a:blip>
          <a:stretch>
            <a:fillRect/>
          </a:stretch>
        </p:blipFill>
        <p:spPr>
          <a:xfrm>
            <a:off x="481700" y="20484451"/>
            <a:ext cx="11324876" cy="10439500"/>
          </a:xfrm>
          <a:prstGeom prst="rect">
            <a:avLst/>
          </a:prstGeom>
          <a:noFill/>
          <a:ln w="38100" cap="flat" cmpd="sng">
            <a:solidFill>
              <a:schemeClr val="dk2"/>
            </a:solidFill>
            <a:prstDash val="solid"/>
            <a:round/>
            <a:headEnd type="none" w="sm" len="sm"/>
            <a:tailEnd type="none" w="sm" len="sm"/>
          </a:ln>
        </p:spPr>
      </p:pic>
      <p:sp>
        <p:nvSpPr>
          <p:cNvPr id="18" name="Rectangle 16"/>
          <p:cNvSpPr>
            <a:spLocks noChangeArrowheads="1"/>
          </p:cNvSpPr>
          <p:nvPr/>
        </p:nvSpPr>
        <p:spPr bwMode="auto">
          <a:xfrm>
            <a:off x="0" y="0"/>
            <a:ext cx="2514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9" name="Object 18"/>
          <p:cNvGraphicFramePr>
            <a:graphicFrameLocks noChangeAspect="1"/>
          </p:cNvGraphicFramePr>
          <p:nvPr/>
        </p:nvGraphicFramePr>
        <p:xfrm>
          <a:off x="0" y="457200"/>
          <a:ext cx="136525" cy="136525"/>
        </p:xfrm>
        <a:graphic>
          <a:graphicData uri="http://schemas.openxmlformats.org/presentationml/2006/ole">
            <mc:AlternateContent xmlns:mc="http://schemas.openxmlformats.org/markup-compatibility/2006">
              <mc:Choice xmlns:v="urn:schemas-microsoft-com:vml" Requires="v">
                <p:oleObj spid="_x0000_s8212" name="Equation" r:id="rId6" imgW="139518" imgH="126835" progId="Equation.3">
                  <p:embed/>
                </p:oleObj>
              </mc:Choice>
              <mc:Fallback>
                <p:oleObj name="Equation" r:id="rId6" imgW="139518" imgH="126835" progId="Equation.3">
                  <p:embed/>
                  <p:pic>
                    <p:nvPicPr>
                      <p:cNvPr id="19"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457200"/>
                        <a:ext cx="136525" cy="136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 name="Google Shape;205;g32ac60abedf_0_104"/>
          <p:cNvSpPr/>
          <p:nvPr/>
        </p:nvSpPr>
        <p:spPr>
          <a:xfrm>
            <a:off x="342382" y="8845843"/>
            <a:ext cx="11604600" cy="596700"/>
          </a:xfrm>
          <a:prstGeom prst="roundRect">
            <a:avLst>
              <a:gd name="adj" fmla="val 34319"/>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2</a:t>
            </a:r>
            <a:r>
              <a:rPr lang="en-US" sz="4629" b="0" i="0" u="none" strike="noStrike" cap="none" dirty="0" smtClean="0">
                <a:solidFill>
                  <a:schemeClr val="lt1"/>
                </a:solidFill>
                <a:latin typeface="Times New Roman"/>
                <a:ea typeface="Times New Roman"/>
                <a:cs typeface="Times New Roman"/>
                <a:sym typeface="Times New Roman"/>
              </a:rPr>
              <a:t>.  </a:t>
            </a:r>
            <a:r>
              <a:rPr lang="en-US" sz="4629" dirty="0" smtClean="0">
                <a:solidFill>
                  <a:schemeClr val="lt1"/>
                </a:solidFill>
                <a:latin typeface="Times New Roman"/>
                <a:ea typeface="Times New Roman"/>
                <a:cs typeface="Times New Roman"/>
                <a:sym typeface="Times New Roman"/>
              </a:rPr>
              <a:t>Introduction</a:t>
            </a:r>
            <a:endParaRPr dirty="0"/>
          </a:p>
        </p:txBody>
      </p:sp>
      <p:sp>
        <p:nvSpPr>
          <p:cNvPr id="8" name="TextBox 7"/>
          <p:cNvSpPr txBox="1"/>
          <p:nvPr/>
        </p:nvSpPr>
        <p:spPr>
          <a:xfrm>
            <a:off x="475733" y="9723438"/>
            <a:ext cx="11466831" cy="2677656"/>
          </a:xfrm>
          <a:prstGeom prst="rect">
            <a:avLst/>
          </a:prstGeom>
          <a:solidFill>
            <a:srgbClr val="FFF0F8"/>
          </a:solid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Adaptive beamforming is an adaptive technique by which we can transmit or detect the desired signal from the direction of arrival of signal. Signal may come from any direction but we have to tune the antenna to extract the target signal at the same time the interference from other direction has to be eliminated. Principal component of an adaptive beam former is an adaptive filter consists of two parts, a digital filter with adjustable coefficients and adaptive algorithm which is used to adjust the coefficients of the filter. In this research work GA and PSO will also be applied to perform the same work.   </a:t>
            </a:r>
          </a:p>
        </p:txBody>
      </p:sp>
      <mc:AlternateContent xmlns:mc="http://schemas.openxmlformats.org/markup-compatibility/2006" xmlns:a14="http://schemas.microsoft.com/office/drawing/2010/main">
        <mc:Choice Requires="a14">
          <p:sp>
            <p:nvSpPr>
              <p:cNvPr id="12" name="TextBox 11"/>
              <p:cNvSpPr txBox="1"/>
              <p:nvPr/>
            </p:nvSpPr>
            <p:spPr>
              <a:xfrm>
                <a:off x="504697" y="31846459"/>
                <a:ext cx="11345826" cy="461665"/>
              </a:xfrm>
              <a:prstGeom prst="rect">
                <a:avLst/>
              </a:prstGeom>
              <a:solidFill>
                <a:srgbClr val="FFF0F8"/>
              </a:solidFill>
            </p:spPr>
            <p:txBody>
              <a:bodyPr wrap="square" rtlCol="0">
                <a:spAutoFit/>
              </a:bodyPr>
              <a:lstStyle/>
              <a:p>
                <a:pPr algn="just"/>
                <a:r>
                  <a:rPr lang="en-US" sz="2400" noProof="1">
                    <a:latin typeface="Times New Roman" panose="02020603050405020304" pitchFamily="18" charset="0"/>
                    <a:cs typeface="Times New Roman" panose="02020603050405020304" pitchFamily="18" charset="0"/>
                  </a:rPr>
                  <a:t>If the wave-front makes an angle </a:t>
                </a:r>
                <a14:m>
                  <m:oMath xmlns:m="http://schemas.openxmlformats.org/officeDocument/2006/math">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𝜃</m:t>
                        </m:r>
                      </m:e>
                      <m:sub>
                        <m:r>
                          <a:rPr lang="en-US" sz="2400" i="1" noProof="1" dirty="0">
                            <a:latin typeface="Cambria Math" panose="02040503050406030204" pitchFamily="18" charset="0"/>
                          </a:rPr>
                          <m:t>0</m:t>
                        </m:r>
                      </m:sub>
                    </m:sSub>
                  </m:oMath>
                </a14:m>
                <a:r>
                  <a:rPr lang="en-US" sz="2400" noProof="1">
                    <a:latin typeface="Times New Roman" panose="02020603050405020304" pitchFamily="18" charset="0"/>
                    <a:cs typeface="Times New Roman" panose="02020603050405020304" pitchFamily="18" charset="0"/>
                  </a:rPr>
                  <a:t> with the vertical axis then for path difference </a:t>
                </a:r>
                <a:r>
                  <a:rPr lang="en-US" sz="2400" noProof="1" smtClean="0">
                    <a:latin typeface="Times New Roman" panose="02020603050405020304" pitchFamily="18" charset="0"/>
                    <a:cs typeface="Times New Roman" panose="02020603050405020304" pitchFamily="18" charset="0"/>
                  </a:rPr>
                  <a:t>of</a:t>
                </a:r>
                <a:endParaRPr lang="en-US" sz="2400" dirty="0">
                  <a:latin typeface="Times New Roman" panose="02020603050405020304" pitchFamily="18"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504697" y="31846459"/>
                <a:ext cx="11345826" cy="461665"/>
              </a:xfrm>
              <a:prstGeom prst="rect">
                <a:avLst/>
              </a:prstGeom>
              <a:blipFill>
                <a:blip r:embed="rId8"/>
                <a:stretch>
                  <a:fillRect l="-860" t="-10526" b="-28947"/>
                </a:stretch>
              </a:blipFill>
            </p:spPr>
            <p:txBody>
              <a:bodyPr/>
              <a:lstStyle/>
              <a:p>
                <a:r>
                  <a:rPr lang="en-US">
                    <a:noFill/>
                  </a:rPr>
                  <a:t> </a:t>
                </a:r>
              </a:p>
            </p:txBody>
          </p:sp>
        </mc:Fallback>
      </mc:AlternateContent>
      <p:sp>
        <p:nvSpPr>
          <p:cNvPr id="41" name="Google Shape;213;g32ac60abedf_0_104"/>
          <p:cNvSpPr/>
          <p:nvPr/>
        </p:nvSpPr>
        <p:spPr>
          <a:xfrm>
            <a:off x="13509083" y="29373085"/>
            <a:ext cx="11516700" cy="3097200"/>
          </a:xfrm>
          <a:prstGeom prst="rect">
            <a:avLst/>
          </a:prstGeom>
          <a:solidFill>
            <a:srgbClr val="FFF0F8"/>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lvl="0" indent="0" algn="just" rtl="0">
              <a:lnSpc>
                <a:spcPct val="90000"/>
              </a:lnSpc>
              <a:spcBef>
                <a:spcPts val="0"/>
              </a:spcBef>
              <a:spcAft>
                <a:spcPts val="0"/>
              </a:spcAft>
              <a:buNone/>
            </a:pPr>
            <a:r>
              <a:rPr lang="en-US" sz="1850" noProof="1" smtClean="0">
                <a:solidFill>
                  <a:schemeClr val="dk1"/>
                </a:solidFill>
              </a:rPr>
              <a:t>[1] A. Durmus, R. Kurban, and E. Karakose, “A comparison of swarm-based optimization algorithms in linear antenna array synthesis,” Journal of Computational Electronics, vol. 20, pp. 1–12, August 2021.</a:t>
            </a:r>
          </a:p>
          <a:p>
            <a:pPr marL="0" lvl="0" indent="0" algn="just" rtl="0">
              <a:lnSpc>
                <a:spcPct val="90000"/>
              </a:lnSpc>
              <a:spcBef>
                <a:spcPts val="0"/>
              </a:spcBef>
              <a:spcAft>
                <a:spcPts val="0"/>
              </a:spcAft>
              <a:buNone/>
            </a:pPr>
            <a:r>
              <a:rPr lang="en-US" sz="1850" noProof="1" smtClean="0">
                <a:solidFill>
                  <a:schemeClr val="dk1"/>
                </a:solidFill>
              </a:rPr>
              <a:t>[2] J. Andr´es V´asquez-Peralvo, J. Querol, F. Ort´ız, J. Luis Gonz´alez Rios, E. Lagunas,L. Manuel Garc´es-Socorr´as, J. Carlos Merlano Duncan, M. O. K. Mendonc¸a, andS. Chatzinotas, “Multibeam beamforming for direct radiating arrays in satellite communications using genetic algorithm,” IEEE Open Journal of the Communications Society, vol. 5, pp. 2343–2357, 2024.</a:t>
            </a:r>
          </a:p>
          <a:p>
            <a:pPr marL="0" lvl="0" indent="0" algn="just" rtl="0">
              <a:lnSpc>
                <a:spcPct val="90000"/>
              </a:lnSpc>
              <a:spcBef>
                <a:spcPts val="0"/>
              </a:spcBef>
              <a:spcAft>
                <a:spcPts val="0"/>
              </a:spcAft>
              <a:buNone/>
            </a:pPr>
            <a:r>
              <a:rPr lang="en-US" sz="1850" noProof="1" smtClean="0">
                <a:solidFill>
                  <a:schemeClr val="dk1"/>
                </a:solidFill>
              </a:rPr>
              <a:t>[3] M. B. D. Kadhiravan and B. Ramsugesh, “Ga based adaptive beamforming in high-interference environments for xg networks,” Irish Interdisciplinary Journal of Sciences Research (IIJSR), vol. 4, pp. 48–54, 2020.</a:t>
            </a:r>
          </a:p>
          <a:p>
            <a:pPr marL="0" lvl="0" indent="0" algn="just" rtl="0">
              <a:lnSpc>
                <a:spcPct val="90000"/>
              </a:lnSpc>
              <a:spcBef>
                <a:spcPts val="0"/>
              </a:spcBef>
              <a:spcAft>
                <a:spcPts val="0"/>
              </a:spcAft>
              <a:buNone/>
            </a:pPr>
            <a:r>
              <a:rPr lang="en-US" sz="1850" noProof="1" smtClean="0">
                <a:solidFill>
                  <a:schemeClr val="dk1"/>
                </a:solidFill>
              </a:rPr>
              <a:t>[4] L. Hou, Y. Liu, X. Ma, Y. Li, S. Na, and M. Jin, “Particle swarm optimization inspired low-complexity beamforming for mmwave massive mimo systems,” in 2020 IEEE Wireless Communications and Networking Conference (WCNC), 2020,pp. 1–6.</a:t>
            </a:r>
            <a:endParaRPr lang="en-US" sz="1850" noProof="1">
              <a:solidFill>
                <a:schemeClr val="dk1"/>
              </a:solidFill>
              <a:latin typeface="Times New Roman"/>
              <a:ea typeface="Times New Roman"/>
              <a:cs typeface="Times New Roman"/>
              <a:sym typeface="Times New Roman"/>
            </a:endParaRPr>
          </a:p>
        </p:txBody>
      </p:sp>
      <p:sp>
        <p:nvSpPr>
          <p:cNvPr id="42" name="Google Shape;219;g32ac60abedf_0_104"/>
          <p:cNvSpPr/>
          <p:nvPr/>
        </p:nvSpPr>
        <p:spPr>
          <a:xfrm>
            <a:off x="13628183" y="16716164"/>
            <a:ext cx="11440729" cy="4351357"/>
          </a:xfrm>
          <a:prstGeom prst="rect">
            <a:avLst/>
          </a:prstGeom>
          <a:solidFill>
            <a:srgbClr val="FFF0F8"/>
          </a:solidFill>
          <a:ln w="12700" cap="flat" cmpd="sng">
            <a:solidFill>
              <a:srgbClr val="5F187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42">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3" name="Rectangle 42"/>
              <p:cNvSpPr/>
              <p:nvPr/>
            </p:nvSpPr>
            <p:spPr>
              <a:xfrm>
                <a:off x="13507086" y="3991932"/>
                <a:ext cx="11551737" cy="11791818"/>
              </a:xfrm>
              <a:prstGeom prst="rect">
                <a:avLst/>
              </a:prstGeom>
              <a:solidFill>
                <a:srgbClr val="FFF0F8"/>
              </a:solidFill>
            </p:spPr>
            <p:txBody>
              <a:bodyPr wrap="square">
                <a:spAutoFit/>
              </a:bodyPr>
              <a:lstStyle/>
              <a:p>
                <a:pPr algn="just"/>
                <a14:m>
                  <m:oMath xmlns:m="http://schemas.openxmlformats.org/officeDocument/2006/math">
                    <m:r>
                      <a:rPr lang="en-US" sz="2400" b="1" i="1" noProof="1" dirty="0">
                        <a:latin typeface="Cambria Math" panose="02040503050406030204" pitchFamily="18" charset="0"/>
                      </a:rPr>
                      <m:t>𝒍</m:t>
                    </m:r>
                    <m:func>
                      <m:funcPr>
                        <m:ctrlPr>
                          <a:rPr lang="en-US" sz="2400" b="1" i="1" noProof="1" dirty="0">
                            <a:latin typeface="Cambria Math" panose="02040503050406030204" pitchFamily="18" charset="0"/>
                          </a:rPr>
                        </m:ctrlPr>
                      </m:funcPr>
                      <m:fName>
                        <m:r>
                          <a:rPr lang="en-US" sz="2400" b="1" i="1" noProof="1" dirty="0">
                            <a:latin typeface="Cambria Math" panose="02040503050406030204" pitchFamily="18" charset="0"/>
                          </a:rPr>
                          <m:t>𝒔𝒊𝒏</m:t>
                        </m:r>
                      </m:fName>
                      <m:e>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𝜽</m:t>
                            </m:r>
                          </m:e>
                          <m:sub>
                            <m:r>
                              <a:rPr lang="en-US" sz="2400" b="1" i="1" noProof="1" dirty="0">
                                <a:latin typeface="Cambria Math" panose="02040503050406030204" pitchFamily="18" charset="0"/>
                              </a:rPr>
                              <m:t>𝟎</m:t>
                            </m:r>
                          </m:sub>
                        </m:sSub>
                      </m:e>
                    </m:func>
                  </m:oMath>
                </a14:m>
                <a:r>
                  <a:rPr lang="en-US" sz="2400" b="1" noProof="1">
                    <a:latin typeface="Times New Roman" panose="02020603050405020304" pitchFamily="18" charset="0"/>
                    <a:cs typeface="Times New Roman" panose="02020603050405020304" pitchFamily="18" charset="0"/>
                  </a:rPr>
                  <a:t> </a:t>
                </a:r>
                <a:r>
                  <a:rPr lang="en-US" sz="2400" noProof="1">
                    <a:latin typeface="Times New Roman" panose="02020603050405020304" pitchFamily="18" charset="0"/>
                    <a:cs typeface="Times New Roman" panose="02020603050405020304" pitchFamily="18" charset="0"/>
                  </a:rPr>
                  <a:t>the change in phase </a:t>
                </a:r>
                <a14:m>
                  <m:oMath xmlns:m="http://schemas.openxmlformats.org/officeDocument/2006/math">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𝜹</m:t>
                        </m:r>
                      </m:e>
                      <m:sub>
                        <m:r>
                          <a:rPr lang="en-US" sz="2400" b="1" i="1" noProof="1" dirty="0">
                            <a:latin typeface="Cambria Math" panose="02040503050406030204" pitchFamily="18" charset="0"/>
                          </a:rPr>
                          <m:t>𝒊</m:t>
                        </m:r>
                      </m:sub>
                    </m:sSub>
                    <m:r>
                      <a:rPr lang="en-US" sz="2400" b="1" i="1" noProof="1" dirty="0">
                        <a:latin typeface="Cambria Math" panose="02040503050406030204" pitchFamily="18" charset="0"/>
                      </a:rPr>
                      <m:t>=</m:t>
                    </m:r>
                    <m:d>
                      <m:dPr>
                        <m:ctrlPr>
                          <a:rPr lang="en-US" sz="2400" b="1" i="1" noProof="1" dirty="0">
                            <a:latin typeface="Cambria Math" panose="02040503050406030204" pitchFamily="18" charset="0"/>
                          </a:rPr>
                        </m:ctrlPr>
                      </m:dPr>
                      <m:e>
                        <m:f>
                          <m:fPr>
                            <m:ctrlPr>
                              <a:rPr lang="en-US" sz="2400" b="1" i="1" noProof="1" dirty="0">
                                <a:latin typeface="Cambria Math" panose="02040503050406030204" pitchFamily="18" charset="0"/>
                              </a:rPr>
                            </m:ctrlPr>
                          </m:fPr>
                          <m:num>
                            <m:r>
                              <a:rPr lang="en-US" sz="2400" b="1" i="1" noProof="1" dirty="0">
                                <a:latin typeface="Cambria Math" panose="02040503050406030204" pitchFamily="18" charset="0"/>
                              </a:rPr>
                              <m:t>𝟐</m:t>
                            </m:r>
                            <m:r>
                              <a:rPr lang="en-US" sz="2400" b="1" i="1" noProof="1" dirty="0">
                                <a:latin typeface="Cambria Math" panose="02040503050406030204" pitchFamily="18" charset="0"/>
                              </a:rPr>
                              <m:t>𝝅</m:t>
                            </m:r>
                          </m:num>
                          <m:den>
                            <m:r>
                              <a:rPr lang="en-US" sz="2400" b="1" i="1" noProof="1" dirty="0">
                                <a:latin typeface="Cambria Math" panose="02040503050406030204" pitchFamily="18" charset="0"/>
                              </a:rPr>
                              <m:t>𝝀</m:t>
                            </m:r>
                          </m:den>
                        </m:f>
                      </m:e>
                    </m:d>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𝑳</m:t>
                        </m:r>
                      </m:e>
                      <m:sub>
                        <m:r>
                          <a:rPr lang="en-US" sz="2400" b="1" i="1" noProof="1" dirty="0">
                            <a:latin typeface="Cambria Math" panose="02040503050406030204" pitchFamily="18" charset="0"/>
                          </a:rPr>
                          <m:t>𝒊</m:t>
                        </m:r>
                      </m:sub>
                    </m:sSub>
                    <m:func>
                      <m:funcPr>
                        <m:ctrlPr>
                          <a:rPr lang="en-US" sz="2400" b="1" i="1" noProof="1" dirty="0">
                            <a:latin typeface="Cambria Math" panose="02040503050406030204" pitchFamily="18" charset="0"/>
                          </a:rPr>
                        </m:ctrlPr>
                      </m:funcPr>
                      <m:fName>
                        <m:r>
                          <a:rPr lang="en-US" sz="2400" b="1" i="1" noProof="1" dirty="0">
                            <a:latin typeface="Cambria Math" panose="02040503050406030204" pitchFamily="18" charset="0"/>
                          </a:rPr>
                          <m:t>𝒔𝒊𝒏</m:t>
                        </m:r>
                      </m:fName>
                      <m:e>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𝜽</m:t>
                            </m:r>
                          </m:e>
                          <m:sub>
                            <m:r>
                              <a:rPr lang="en-US" sz="2400" b="1" i="1" noProof="1" dirty="0">
                                <a:latin typeface="Cambria Math" panose="02040503050406030204" pitchFamily="18" charset="0"/>
                              </a:rPr>
                              <m:t>𝟎</m:t>
                            </m:r>
                          </m:sub>
                        </m:sSub>
                      </m:e>
                    </m:func>
                  </m:oMath>
                </a14:m>
                <a:r>
                  <a:rPr lang="en-US" sz="2400" noProof="1">
                    <a:latin typeface="Times New Roman" panose="02020603050405020304" pitchFamily="18" charset="0"/>
                    <a:cs typeface="Times New Roman" panose="02020603050405020304" pitchFamily="18" charset="0"/>
                  </a:rPr>
                  <a:t>. Let the primary signal is </a:t>
                </a:r>
                <a14:m>
                  <m:oMath xmlns:m="http://schemas.openxmlformats.org/officeDocument/2006/math">
                    <m:r>
                      <a:rPr lang="en-US" sz="2400" i="1" noProof="1" dirty="0">
                        <a:latin typeface="Cambria Math" panose="02040503050406030204" pitchFamily="18" charset="0"/>
                      </a:rPr>
                      <m:t>𝑐</m:t>
                    </m:r>
                    <m:func>
                      <m:funcPr>
                        <m:ctrlPr>
                          <a:rPr lang="en-US" sz="2400" b="1" i="1" noProof="1" dirty="0">
                            <a:latin typeface="Cambria Math" panose="02040503050406030204" pitchFamily="18" charset="0"/>
                          </a:rPr>
                        </m:ctrlPr>
                      </m:funcPr>
                      <m:fName>
                        <m:r>
                          <a:rPr lang="en-US" sz="2400" b="1" i="1" noProof="1" dirty="0">
                            <a:latin typeface="Cambria Math" panose="02040503050406030204" pitchFamily="18" charset="0"/>
                          </a:rPr>
                          <m:t>𝒄𝒐𝒔</m:t>
                        </m:r>
                      </m:fName>
                      <m:e>
                        <m:r>
                          <a:rPr lang="en-US" sz="2400" b="1" i="1" noProof="1" dirty="0">
                            <a:latin typeface="Cambria Math" panose="02040503050406030204" pitchFamily="18" charset="0"/>
                          </a:rPr>
                          <m:t>𝒌</m:t>
                        </m:r>
                      </m:e>
                    </m:func>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𝝎</m:t>
                        </m:r>
                      </m:e>
                      <m:sub>
                        <m:r>
                          <a:rPr lang="en-US" sz="2400" b="1" i="1" noProof="1" dirty="0">
                            <a:latin typeface="Cambria Math" panose="02040503050406030204" pitchFamily="18" charset="0"/>
                          </a:rPr>
                          <m:t>𝟎</m:t>
                        </m:r>
                      </m:sub>
                    </m:sSub>
                  </m:oMath>
                </a14:m>
                <a:r>
                  <a:rPr lang="en-US" sz="2400" noProof="1">
                    <a:latin typeface="Times New Roman" panose="02020603050405020304" pitchFamily="18" charset="0"/>
                    <a:cs typeface="Times New Roman" panose="02020603050405020304" pitchFamily="18" charset="0"/>
                  </a:rPr>
                  <a:t> and the </a:t>
                </a:r>
                <a:r>
                  <a:rPr lang="en-US" sz="2400" i="1" noProof="1">
                    <a:latin typeface="Times New Roman" panose="02020603050405020304" pitchFamily="18" charset="0"/>
                    <a:cs typeface="Times New Roman" panose="02020603050405020304" pitchFamily="18" charset="0"/>
                  </a:rPr>
                  <a:t>i</a:t>
                </a:r>
                <a:r>
                  <a:rPr lang="en-US" sz="2400" noProof="1">
                    <a:latin typeface="Times New Roman" panose="02020603050405020304" pitchFamily="18" charset="0"/>
                    <a:cs typeface="Times New Roman" panose="02020603050405020304" pitchFamily="18" charset="0"/>
                  </a:rPr>
                  <a:t>th reference signal is</a:t>
                </a:r>
                <a14:m>
                  <m:oMath xmlns:m="http://schemas.openxmlformats.org/officeDocument/2006/math">
                    <m:r>
                      <a:rPr lang="en-US" sz="2400" i="1" noProof="1" dirty="0">
                        <a:latin typeface="Cambria Math" panose="02040503050406030204" pitchFamily="18" charset="0"/>
                      </a:rPr>
                      <m:t> </m:t>
                    </m:r>
                    <m:r>
                      <a:rPr lang="en-US" sz="2400" b="1" i="1" noProof="1" dirty="0">
                        <a:latin typeface="Cambria Math" panose="02040503050406030204" pitchFamily="18" charset="0"/>
                      </a:rPr>
                      <m:t>𝒄</m:t>
                    </m:r>
                    <m:func>
                      <m:funcPr>
                        <m:ctrlPr>
                          <a:rPr lang="en-US" sz="2400" b="1" i="1" noProof="1" dirty="0">
                            <a:latin typeface="Cambria Math" panose="02040503050406030204" pitchFamily="18" charset="0"/>
                          </a:rPr>
                        </m:ctrlPr>
                      </m:funcPr>
                      <m:fName>
                        <m:r>
                          <a:rPr lang="en-US" sz="2400" b="1" i="1" noProof="1" dirty="0">
                            <a:latin typeface="Cambria Math" panose="02040503050406030204" pitchFamily="18" charset="0"/>
                          </a:rPr>
                          <m:t>𝒄𝒐𝒔</m:t>
                        </m:r>
                      </m:fName>
                      <m:e>
                        <m:r>
                          <a:rPr lang="en-US" sz="2400" b="1" i="1" noProof="1" dirty="0">
                            <a:latin typeface="Cambria Math" panose="02040503050406030204" pitchFamily="18" charset="0"/>
                          </a:rPr>
                          <m:t>(</m:t>
                        </m:r>
                      </m:e>
                    </m:func>
                    <m:r>
                      <a:rPr lang="en-US" sz="2400" b="1" i="1" noProof="1" dirty="0">
                        <a:latin typeface="Cambria Math" panose="02040503050406030204" pitchFamily="18" charset="0"/>
                      </a:rPr>
                      <m:t>𝒌</m:t>
                    </m:r>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𝝎</m:t>
                        </m:r>
                      </m:e>
                      <m:sub>
                        <m:r>
                          <a:rPr lang="en-US" sz="2400" b="1" i="1" noProof="1" dirty="0">
                            <a:latin typeface="Cambria Math" panose="02040503050406030204" pitchFamily="18" charset="0"/>
                          </a:rPr>
                          <m:t>𝟎</m:t>
                        </m:r>
                      </m:sub>
                    </m:sSub>
                    <m:r>
                      <a:rPr lang="en-US" sz="2400" b="1" i="1" noProof="1" dirty="0">
                        <a:latin typeface="Cambria Math" panose="02040503050406030204" pitchFamily="18" charset="0"/>
                      </a:rPr>
                      <m:t>+</m:t>
                    </m:r>
                    <m:sSub>
                      <m:sSubPr>
                        <m:ctrlPr>
                          <a:rPr lang="en-US" sz="2400" b="1" i="1" noProof="1" dirty="0">
                            <a:latin typeface="Cambria Math" panose="02040503050406030204" pitchFamily="18" charset="0"/>
                          </a:rPr>
                        </m:ctrlPr>
                      </m:sSubPr>
                      <m:e>
                        <m:r>
                          <a:rPr lang="en-US" sz="2400" b="1" i="1" noProof="1" dirty="0">
                            <a:latin typeface="Cambria Math" panose="02040503050406030204" pitchFamily="18" charset="0"/>
                          </a:rPr>
                          <m:t>𝜹</m:t>
                        </m:r>
                      </m:e>
                      <m:sub>
                        <m:r>
                          <a:rPr lang="en-US" sz="2400" b="1" i="1" noProof="1" dirty="0">
                            <a:latin typeface="Cambria Math" panose="02040503050406030204" pitchFamily="18" charset="0"/>
                          </a:rPr>
                          <m:t>𝒊</m:t>
                        </m:r>
                      </m:sub>
                    </m:sSub>
                    <m:r>
                      <a:rPr lang="en-US" sz="2400" b="1" i="1" noProof="1" dirty="0">
                        <a:latin typeface="Cambria Math" panose="02040503050406030204" pitchFamily="18" charset="0"/>
                      </a:rPr>
                      <m:t>)</m:t>
                    </m:r>
                  </m:oMath>
                </a14:m>
                <a:r>
                  <a:rPr lang="en-US" sz="2400" b="1" noProof="1">
                    <a:latin typeface="Times New Roman" panose="02020603050405020304" pitchFamily="18" charset="0"/>
                    <a:cs typeface="Times New Roman" panose="02020603050405020304" pitchFamily="18" charset="0"/>
                  </a:rPr>
                  <a:t>.</a:t>
                </a:r>
              </a:p>
              <a:p>
                <a:pPr algn="just"/>
                <a:r>
                  <a:rPr lang="en-US" sz="2400" noProof="1">
                    <a:latin typeface="Times New Roman" panose="02020603050405020304" pitchFamily="18" charset="0"/>
                    <a:cs typeface="Times New Roman" panose="02020603050405020304" pitchFamily="18" charset="0"/>
                  </a:rPr>
                  <a:t>The output signal</a:t>
                </a:r>
                <a:r>
                  <a:rPr lang="en-US" sz="2400" noProof="1" smtClean="0">
                    <a:latin typeface="Times New Roman" panose="02020603050405020304" pitchFamily="18" charset="0"/>
                    <a:cs typeface="Times New Roman" panose="02020603050405020304" pitchFamily="18" charset="0"/>
                  </a:rPr>
                  <a:t>,</a:t>
                </a:r>
              </a:p>
              <a:p>
                <a:pPr algn="just"/>
                <a:endParaRPr lang="en-US" sz="2400" noProof="1">
                  <a:latin typeface="Times New Roman" panose="02020603050405020304" pitchFamily="18" charset="0"/>
                  <a:cs typeface="Times New Roman" panose="02020603050405020304" pitchFamily="18" charset="0"/>
                </a:endParaRPr>
              </a:p>
              <a:p>
                <a:pPr algn="just"/>
                <a:endParaRPr lang="en-US" sz="2400" noProof="1" smtClean="0">
                  <a:latin typeface="Times New Roman" panose="02020603050405020304" pitchFamily="18" charset="0"/>
                  <a:cs typeface="Times New Roman" panose="02020603050405020304" pitchFamily="18" charset="0"/>
                </a:endParaRPr>
              </a:p>
              <a:p>
                <a:pPr algn="just"/>
                <a:endParaRPr lang="en-US" sz="2400" noProof="1">
                  <a:latin typeface="Times New Roman" panose="02020603050405020304" pitchFamily="18" charset="0"/>
                  <a:cs typeface="Times New Roman" panose="02020603050405020304" pitchFamily="18" charset="0"/>
                </a:endParaRPr>
              </a:p>
              <a:p>
                <a:pPr algn="just"/>
                <a:endParaRPr lang="en-US" sz="2400" noProof="1">
                  <a:latin typeface="Times New Roman" panose="02020603050405020304" pitchFamily="18" charset="0"/>
                  <a:cs typeface="Times New Roman" panose="02020603050405020304" pitchFamily="18" charset="0"/>
                </a:endParaRPr>
              </a:p>
              <a:p>
                <a:pPr algn="just"/>
                <a:r>
                  <a:rPr lang="en-US" sz="2400" noProof="1" smtClean="0">
                    <a:latin typeface="Times New Roman" panose="02020603050405020304" pitchFamily="18" charset="0"/>
                    <a:cs typeface="Times New Roman" panose="02020603050405020304" pitchFamily="18" charset="0"/>
                  </a:rPr>
                  <a:t>Where </a:t>
                </a:r>
                <a:endParaRPr lang="en-US" sz="2400" noProof="1">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𝜑</m:t>
                          </m:r>
                        </m:e>
                        <m:sub>
                          <m:r>
                            <a:rPr lang="en-US" sz="2400" i="1" noProof="1" dirty="0">
                              <a:latin typeface="Cambria Math" panose="02040503050406030204" pitchFamily="18" charset="0"/>
                            </a:rPr>
                            <m:t>11</m:t>
                          </m:r>
                        </m:sub>
                      </m:sSub>
                      <m:d>
                        <m:dPr>
                          <m:ctrlPr>
                            <a:rPr lang="en-US" sz="2400" i="1" noProof="1" dirty="0">
                              <a:latin typeface="Cambria Math" panose="02040503050406030204" pitchFamily="18" charset="0"/>
                            </a:rPr>
                          </m:ctrlPr>
                        </m:dPr>
                        <m:e>
                          <m:r>
                            <a:rPr lang="en-US" sz="2400" i="1" noProof="1" dirty="0">
                              <a:latin typeface="Cambria Math" panose="02040503050406030204" pitchFamily="18" charset="0"/>
                            </a:rPr>
                            <m:t>𝑘</m:t>
                          </m:r>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𝑖</m:t>
                              </m:r>
                            </m:sub>
                          </m:sSub>
                          <m:r>
                            <a:rPr lang="en-US" sz="2400" i="1" noProof="1" dirty="0">
                              <a:latin typeface="Cambria Math" panose="02040503050406030204" pitchFamily="18" charset="0"/>
                            </a:rPr>
                            <m:t>, </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𝑤</m:t>
                              </m:r>
                            </m:e>
                            <m:sub>
                              <m:r>
                                <a:rPr lang="en-US" sz="2400" i="1" noProof="1" dirty="0">
                                  <a:latin typeface="Cambria Math" panose="02040503050406030204" pitchFamily="18" charset="0"/>
                                </a:rPr>
                                <m:t>𝑖𝑗</m:t>
                              </m:r>
                            </m:sub>
                          </m:sSub>
                        </m:e>
                      </m:d>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1</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1</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oMath>
                  </m:oMathPara>
                </a14:m>
                <a:endParaRPr lang="en-US" sz="2400" i="1" noProof="1">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𝜑</m:t>
                          </m:r>
                        </m:e>
                        <m:sub>
                          <m:r>
                            <a:rPr lang="en-US" sz="2400" i="1" noProof="1" dirty="0">
                              <a:latin typeface="Cambria Math" panose="02040503050406030204" pitchFamily="18" charset="0"/>
                            </a:rPr>
                            <m:t>12</m:t>
                          </m:r>
                        </m:sub>
                      </m:sSub>
                      <m:r>
                        <a:rPr lang="en-US" sz="2400" i="1" noProof="1" dirty="0">
                          <a:latin typeface="Cambria Math" panose="02040503050406030204" pitchFamily="18" charset="0"/>
                        </a:rPr>
                        <m:t>(</m:t>
                      </m:r>
                      <m:r>
                        <a:rPr lang="en-US" sz="2400" i="1" noProof="1" dirty="0">
                          <a:latin typeface="Cambria Math" panose="02040503050406030204" pitchFamily="18" charset="0"/>
                        </a:rPr>
                        <m:t>𝑘</m:t>
                      </m:r>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𝑖</m:t>
                          </m:r>
                        </m:sub>
                      </m:sSub>
                      <m:r>
                        <a:rPr lang="en-US" sz="2400" i="1" noProof="1" dirty="0">
                          <a:latin typeface="Cambria Math" panose="02040503050406030204" pitchFamily="18" charset="0"/>
                        </a:rPr>
                        <m:t>, </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𝑤</m:t>
                          </m:r>
                        </m:e>
                        <m:sub>
                          <m:r>
                            <a:rPr lang="en-US" sz="2400" i="1" noProof="1" dirty="0">
                              <a:latin typeface="Cambria Math" panose="02040503050406030204" pitchFamily="18" charset="0"/>
                            </a:rPr>
                            <m:t>𝑖𝑗</m:t>
                          </m:r>
                        </m:sub>
                      </m:sSub>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1</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1</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oMath>
                  </m:oMathPara>
                </a14:m>
                <a:endParaRPr lang="en-US" sz="2400" noProof="1">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func>
                        <m:funcPr>
                          <m:ctrlPr>
                            <a:rPr lang="en-US" sz="2400" i="1" noProof="1" dirty="0">
                              <a:latin typeface="Cambria Math" panose="02040503050406030204" pitchFamily="18" charset="0"/>
                            </a:rPr>
                          </m:ctrlPr>
                        </m:funcPr>
                        <m:fNa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𝜑</m:t>
                              </m:r>
                            </m:e>
                            <m:sub>
                              <m:r>
                                <a:rPr lang="en-US" sz="2400" i="1" noProof="1" dirty="0">
                                  <a:latin typeface="Cambria Math" panose="02040503050406030204" pitchFamily="18" charset="0"/>
                                </a:rPr>
                                <m:t>21</m:t>
                              </m:r>
                            </m:sub>
                          </m:sSub>
                          <m:r>
                            <a:rPr lang="en-US" sz="2400" i="1" noProof="1" dirty="0">
                              <a:latin typeface="Cambria Math" panose="02040503050406030204" pitchFamily="18" charset="0"/>
                            </a:rPr>
                            <m:t>(</m:t>
                          </m:r>
                          <m:r>
                            <a:rPr lang="en-US" sz="2400" i="1" noProof="1" dirty="0">
                              <a:latin typeface="Cambria Math" panose="02040503050406030204" pitchFamily="18" charset="0"/>
                            </a:rPr>
                            <m:t>𝑘</m:t>
                          </m:r>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𝑖</m:t>
                              </m:r>
                            </m:sub>
                          </m:sSub>
                          <m:r>
                            <a:rPr lang="en-US" sz="2400" i="1" noProof="1" dirty="0">
                              <a:latin typeface="Cambria Math" panose="02040503050406030204" pitchFamily="18" charset="0"/>
                            </a:rPr>
                            <m:t>, </m:t>
                          </m:r>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𝑤</m:t>
                              </m:r>
                            </m:e>
                            <m:sub>
                              <m:r>
                                <a:rPr lang="en-US" sz="2400" i="1" noProof="1" dirty="0">
                                  <a:latin typeface="Cambria Math" panose="02040503050406030204" pitchFamily="18" charset="0"/>
                                </a:rPr>
                                <m:t>𝑖𝑗</m:t>
                              </m:r>
                            </m:sub>
                          </m:sSub>
                          <m:r>
                            <a:rPr lang="en-US" sz="2400" i="1" noProof="1" dirty="0">
                              <a:latin typeface="Cambria Math" panose="02040503050406030204" pitchFamily="18" charset="0"/>
                            </a:rPr>
                            <m:t>)=</m:t>
                          </m:r>
                          <m:r>
                            <a:rPr lang="en-US" sz="2400" i="1" noProof="1" dirty="0">
                              <a:latin typeface="Cambria Math" panose="02040503050406030204" pitchFamily="18" charset="0"/>
                            </a:rPr>
                            <m:t>𝑐𝑜𝑠</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𝑐𝑜𝑠</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2</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r>
                        <a:rPr lang="en-US" sz="2400" i="1" noProof="1" dirty="0">
                          <a:latin typeface="Cambria Math" panose="02040503050406030204" pitchFamily="18" charset="0"/>
                        </a:rPr>
                        <m:t>−</m:t>
                      </m:r>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r>
                            <a:rPr lang="en-US" sz="2400" i="1" noProof="1" dirty="0">
                              <a:latin typeface="Cambria Math" panose="02040503050406030204" pitchFamily="18" charset="0"/>
                            </a:rPr>
                            <m:t>𝑘</m:t>
                          </m:r>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func>
                        <m:funcPr>
                          <m:ctrlPr>
                            <a:rPr lang="en-US" sz="2400" i="1" noProof="1" dirty="0">
                              <a:latin typeface="Cambria Math" panose="02040503050406030204" pitchFamily="18" charset="0"/>
                            </a:rPr>
                          </m:ctrlPr>
                        </m:funcPr>
                        <m:fName>
                          <m:r>
                            <a:rPr lang="en-US" sz="2400" i="1" noProof="1" dirty="0">
                              <a:latin typeface="Cambria Math" panose="02040503050406030204" pitchFamily="18" charset="0"/>
                            </a:rPr>
                            <m:t>𝑠𝑖𝑛</m:t>
                          </m:r>
                        </m:fName>
                        <m:e>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𝛿</m:t>
                              </m:r>
                            </m:e>
                            <m:sub>
                              <m:r>
                                <a:rPr lang="en-US" sz="2400" i="1" noProof="1" dirty="0">
                                  <a:latin typeface="Cambria Math" panose="02040503050406030204" pitchFamily="18" charset="0"/>
                                </a:rPr>
                                <m:t>2</m:t>
                              </m:r>
                            </m:sub>
                          </m:sSub>
                        </m:e>
                      </m:func>
                      <m:sSub>
                        <m:sSubPr>
                          <m:ctrlPr>
                            <a:rPr lang="en-US" sz="2400" i="1" noProof="1" dirty="0">
                              <a:latin typeface="Cambria Math" panose="02040503050406030204" pitchFamily="18" charset="0"/>
                            </a:rPr>
                          </m:ctrlPr>
                        </m:sSubPr>
                        <m:e>
                          <m:r>
                            <a:rPr lang="en-US" sz="2400" i="1" noProof="1" dirty="0">
                              <a:latin typeface="Cambria Math" panose="02040503050406030204" pitchFamily="18" charset="0"/>
                            </a:rPr>
                            <m:t>𝜔</m:t>
                          </m:r>
                        </m:e>
                        <m:sub>
                          <m:r>
                            <a:rPr lang="en-US" sz="2400" i="1" noProof="1" dirty="0">
                              <a:latin typeface="Cambria Math" panose="02040503050406030204" pitchFamily="18" charset="0"/>
                            </a:rPr>
                            <m:t>0</m:t>
                          </m:r>
                        </m:sub>
                      </m:sSub>
                    </m:oMath>
                  </m:oMathPara>
                </a14:m>
                <a:endParaRPr lang="en-US" sz="2400" noProof="1" smtClean="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Simplifying,</a:t>
                </a:r>
              </a:p>
              <a:p>
                <a:pPr algn="just"/>
                <a14:m>
                  <m:oMathPara xmlns:m="http://schemas.openxmlformats.org/officeDocument/2006/math">
                    <m:oMathParaPr>
                      <m:jc m:val="left"/>
                    </m:oMathParaPr>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𝑖</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𝑖𝑗</m:t>
                          </m:r>
                        </m:sub>
                      </m:sSub>
                      <m:r>
                        <a:rPr lang="en-US" sz="2400" i="1">
                          <a:latin typeface="Cambria Math" panose="02040503050406030204" pitchFamily="18" charset="0"/>
                        </a:rPr>
                        <m:t>)=</m:t>
                      </m:r>
                      <m:r>
                        <a:rPr lang="en-US" sz="2400" i="1">
                          <a:latin typeface="Cambria Math" panose="02040503050406030204" pitchFamily="18" charset="0"/>
                        </a:rPr>
                        <m:t>𝐴</m:t>
                      </m:r>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r>
                            <a:rPr lang="en-US" sz="2400" i="1">
                              <a:latin typeface="Cambria Math" panose="02040503050406030204" pitchFamily="18" charset="0"/>
                            </a:rPr>
                            <m:t>(</m:t>
                          </m:r>
                        </m:e>
                      </m:func>
                      <m:r>
                        <a:rPr lang="en-US" sz="2400" i="1">
                          <a:latin typeface="Cambria Math" panose="02040503050406030204" pitchFamily="18" charset="0"/>
                        </a:rPr>
                        <m:t>𝑘</m:t>
                      </m:r>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𝛼</m:t>
                      </m:r>
                      <m:r>
                        <a:rPr lang="en-US" sz="2400" i="1">
                          <a:latin typeface="Cambria Math" panose="02040503050406030204" pitchFamily="18" charset="0"/>
                        </a:rPr>
                        <m:t>)=</m:t>
                      </m:r>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r>
                            <a:rPr lang="en-US" sz="2400" i="1">
                              <a:latin typeface="Cambria Math" panose="02040503050406030204" pitchFamily="18" charset="0"/>
                            </a:rPr>
                            <m:t>𝑘</m:t>
                          </m:r>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1</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11</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1</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1</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21</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2</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2</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𝑚</m:t>
                          </m:r>
                          <m:r>
                            <a:rPr lang="en-US" sz="2400" i="1">
                              <a:latin typeface="Cambria Math" panose="02040503050406030204" pitchFamily="18" charset="0"/>
                            </a:rPr>
                            <m:t>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𝑚</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r>
                            <a:rPr lang="en-US" sz="2400" i="1">
                              <a:latin typeface="Cambria Math" panose="02040503050406030204" pitchFamily="18" charset="0"/>
                            </a:rPr>
                            <m:t>𝑘</m:t>
                          </m:r>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11</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1</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12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1</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21</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𝑠𝑖𝑛</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2</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22</m:t>
                          </m:r>
                        </m:sub>
                      </m:sSub>
                      <m:func>
                        <m:funcPr>
                          <m:ctrlPr>
                            <a:rPr lang="en-US" sz="2400" i="1">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2</m:t>
                              </m:r>
                            </m:sub>
                          </m:sSub>
                        </m:e>
                      </m:func>
                      <m:sSub>
                        <m:sSubPr>
                          <m:ctrlPr>
                            <a:rPr lang="en-US" sz="2400" i="1">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a:latin typeface="Cambria Math" panose="02040503050406030204" pitchFamily="18" charset="0"/>
                        </a:rPr>
                        <m:t>−⋯ </m:t>
                      </m:r>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i="1">
                              <a:latin typeface="Cambria Math" panose="02040503050406030204" pitchFamily="18" charset="0"/>
                            </a:rPr>
                            <m:t>𝑚</m:t>
                          </m:r>
                          <m:r>
                            <a:rPr lang="en-US" sz="2400" i="1">
                              <a:latin typeface="Cambria Math" panose="02040503050406030204" pitchFamily="18" charset="0"/>
                            </a:rPr>
                            <m:t>2</m:t>
                          </m:r>
                        </m:sub>
                      </m:sSub>
                      <m:func>
                        <m:funcPr>
                          <m:ctrlPr>
                            <a:rPr lang="en-US" sz="2400" i="1" smtClean="0">
                              <a:latin typeface="Cambria Math" panose="02040503050406030204" pitchFamily="18" charset="0"/>
                            </a:rPr>
                          </m:ctrlPr>
                        </m:funcPr>
                        <m:fName>
                          <m:r>
                            <a:rPr lang="en-US" sz="2400" i="1">
                              <a:latin typeface="Cambria Math" panose="02040503050406030204" pitchFamily="18" charset="0"/>
                            </a:rPr>
                            <m:t>𝑐𝑜𝑠</m:t>
                          </m:r>
                        </m:fName>
                        <m:e>
                          <m:sSub>
                            <m:sSubPr>
                              <m:ctrlPr>
                                <a:rPr lang="en-US" sz="2400" i="1">
                                  <a:latin typeface="Cambria Math" panose="02040503050406030204" pitchFamily="18" charset="0"/>
                                </a:rPr>
                              </m:ctrlPr>
                            </m:sSubPr>
                            <m:e>
                              <m:r>
                                <a:rPr lang="en-US" sz="2400" i="1">
                                  <a:latin typeface="Cambria Math" panose="02040503050406030204" pitchFamily="18" charset="0"/>
                                </a:rPr>
                                <m:t>𝛿</m:t>
                              </m:r>
                            </m:e>
                            <m:sub>
                              <m:r>
                                <a:rPr lang="en-US" sz="2400" i="1">
                                  <a:latin typeface="Cambria Math" panose="02040503050406030204" pitchFamily="18" charset="0"/>
                                </a:rPr>
                                <m:t>𝑚</m:t>
                              </m:r>
                            </m:sub>
                          </m:sSub>
                        </m:e>
                      </m:func>
                      <m:sSub>
                        <m:sSubPr>
                          <m:ctrlPr>
                            <a:rPr lang="en-US" sz="2400" i="1" smtClean="0">
                              <a:latin typeface="Cambria Math" panose="02040503050406030204" pitchFamily="18" charset="0"/>
                            </a:rPr>
                          </m:ctrlPr>
                        </m:sSubPr>
                        <m:e>
                          <m:r>
                            <a:rPr lang="en-US" sz="2400" i="1">
                              <a:latin typeface="Cambria Math" panose="02040503050406030204" pitchFamily="18" charset="0"/>
                            </a:rPr>
                            <m:t>𝜔</m:t>
                          </m:r>
                        </m:e>
                        <m:sub>
                          <m:r>
                            <a:rPr lang="en-US" sz="2400" i="1">
                              <a:latin typeface="Cambria Math" panose="02040503050406030204" pitchFamily="18" charset="0"/>
                            </a:rPr>
                            <m:t>0</m:t>
                          </m:r>
                        </m:sub>
                      </m:sSub>
                      <m:r>
                        <a:rPr lang="en-US" sz="2400" i="1" smtClean="0">
                          <a:latin typeface="Cambria Math" panose="02040503050406030204" pitchFamily="18" charset="0"/>
                        </a:rPr>
                        <m:t>)</m:t>
                      </m:r>
                    </m:oMath>
                  </m:oMathPara>
                </a14:m>
                <a:endParaRPr lang="en-US" sz="2400" dirty="0" smtClean="0">
                  <a:latin typeface="Times New Roman" panose="02020603050405020304" pitchFamily="18" charset="0"/>
                  <a:cs typeface="Times New Roman" panose="02020603050405020304" pitchFamily="18" charset="0"/>
                </a:endParaRPr>
              </a:p>
              <a:p>
                <a:pPr algn="ctr"/>
                <a:r>
                  <a:rPr lang="en-US" sz="2400" b="1" dirty="0" smtClean="0">
                    <a:latin typeface="Times New Roman" panose="02020603050405020304" pitchFamily="18" charset="0"/>
                    <a:cs typeface="Times New Roman" panose="02020603050405020304" pitchFamily="18" charset="0"/>
                  </a:rPr>
                  <a:t>       </a:t>
                </a:r>
              </a:p>
              <a:p>
                <a:pPr algn="ct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array gain</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Array </a:t>
                </a:r>
                <a:r>
                  <a:rPr lang="en-US" sz="2400" dirty="0">
                    <a:latin typeface="Times New Roman" panose="02020603050405020304" pitchFamily="18" charset="0"/>
                    <a:cs typeface="Times New Roman" panose="02020603050405020304" pitchFamily="18" charset="0"/>
                  </a:rPr>
                  <a:t>gain in generalized form</a:t>
                </a:r>
                <a:r>
                  <a:rPr lang="en-US" sz="2400" dirty="0" smtClean="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p:txBody>
          </p:sp>
        </mc:Choice>
        <mc:Fallback xmlns="">
          <p:sp>
            <p:nvSpPr>
              <p:cNvPr id="43" name="Rectangle 42"/>
              <p:cNvSpPr>
                <a:spLocks noRot="1" noChangeAspect="1" noMove="1" noResize="1" noEditPoints="1" noAdjustHandles="1" noChangeArrowheads="1" noChangeShapeType="1" noTextEdit="1"/>
              </p:cNvSpPr>
              <p:nvPr/>
            </p:nvSpPr>
            <p:spPr>
              <a:xfrm>
                <a:off x="13507086" y="3991932"/>
                <a:ext cx="11551737" cy="11791818"/>
              </a:xfrm>
              <a:prstGeom prst="rect">
                <a:avLst/>
              </a:prstGeom>
              <a:blipFill>
                <a:blip r:embed="rId9"/>
                <a:stretch>
                  <a:fillRect l="-844" r="-792"/>
                </a:stretch>
              </a:blipFill>
            </p:spPr>
            <p:txBody>
              <a:bodyPr/>
              <a:lstStyle/>
              <a:p>
                <a:r>
                  <a:rPr lang="en-US">
                    <a:noFill/>
                  </a:rPr>
                  <a:t> </a:t>
                </a:r>
              </a:p>
            </p:txBody>
          </p:sp>
        </mc:Fallback>
      </mc:AlternateContent>
      <p:pic>
        <p:nvPicPr>
          <p:cNvPr id="45" name="Picture 44"/>
          <p:cNvPicPr>
            <a:picLocks noChangeAspect="1"/>
          </p:cNvPicPr>
          <p:nvPr/>
        </p:nvPicPr>
        <p:blipFill rotWithShape="1">
          <a:blip r:embed="rId10">
            <a:extLst>
              <a:ext uri="{28A0092B-C50C-407E-A947-70E740481C1C}">
                <a14:useLocalDpi xmlns:a14="http://schemas.microsoft.com/office/drawing/2010/main" val="0"/>
              </a:ext>
            </a:extLst>
          </a:blip>
          <a:srcRect l="19174" t="7131" r="15575" b="8569"/>
          <a:stretch/>
        </p:blipFill>
        <p:spPr>
          <a:xfrm>
            <a:off x="17555184" y="17076852"/>
            <a:ext cx="3998030" cy="3873867"/>
          </a:xfrm>
          <a:prstGeom prst="rect">
            <a:avLst/>
          </a:prstGeom>
        </p:spPr>
      </p:pic>
      <p:sp>
        <p:nvSpPr>
          <p:cNvPr id="46" name="Google Shape;219;g32ac60abedf_0_104"/>
          <p:cNvSpPr/>
          <p:nvPr/>
        </p:nvSpPr>
        <p:spPr>
          <a:xfrm>
            <a:off x="13583412" y="22429312"/>
            <a:ext cx="11442294" cy="4351357"/>
          </a:xfrm>
          <a:prstGeom prst="rect">
            <a:avLst/>
          </a:prstGeom>
          <a:solidFill>
            <a:srgbClr val="FFF0F8"/>
          </a:solidFill>
          <a:ln w="12700" cap="flat" cmpd="sng">
            <a:solidFill>
              <a:srgbClr val="5F187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42">
              <a:solidFill>
                <a:schemeClr val="dk1"/>
              </a:solidFill>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7" name="Google Shape;221;g32ac60abedf_0_104"/>
              <p:cNvSpPr/>
              <p:nvPr/>
            </p:nvSpPr>
            <p:spPr>
              <a:xfrm>
                <a:off x="13628183" y="27071350"/>
                <a:ext cx="11469327" cy="1224217"/>
              </a:xfrm>
              <a:prstGeom prst="rect">
                <a:avLst/>
              </a:prstGeom>
              <a:solidFill>
                <a:srgbClr val="FFF0F8"/>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algn="ctr"/>
                <a:r>
                  <a:rPr lang="en-US" sz="24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Fig </a:t>
                </a:r>
                <a:r>
                  <a:rPr lang="en-US" sz="24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03:Fminsearch,LCMV &amp; MVDR </a:t>
                </a:r>
                <a:r>
                  <a:rPr lang="en-US" sz="2400" dirty="0" smtClean="0">
                    <a:solidFill>
                      <a:schemeClr val="dk1"/>
                    </a:solidFill>
                    <a:latin typeface="Times New Roman" panose="02020603050405020304" pitchFamily="18" charset="0"/>
                    <a:ea typeface="Times New Roman"/>
                    <a:cs typeface="Times New Roman" panose="02020603050405020304" pitchFamily="18" charset="0"/>
                    <a:sym typeface="Times New Roman"/>
                  </a:rPr>
                  <a:t>Algorithm applied when </a:t>
                </a:r>
                <a14:m>
                  <m:oMath xmlns:m="http://schemas.openxmlformats.org/officeDocument/2006/math">
                    <m:sSup>
                      <m:sSupPr>
                        <m:ctrlPr>
                          <a:rPr lang="ar-AE" sz="2400" i="1">
                            <a:latin typeface="Cambria Math" panose="02040503050406030204" pitchFamily="18" charset="0"/>
                          </a:rPr>
                        </m:ctrlPr>
                      </m:sSupPr>
                      <m:e>
                        <m:sSub>
                          <m:sSubPr>
                            <m:ctrlPr>
                              <a:rPr lang="en-US" sz="2400" i="1">
                                <a:latin typeface="Cambria Math" panose="02040503050406030204" pitchFamily="18" charset="0"/>
                              </a:rPr>
                            </m:ctrlPr>
                          </m:sSubPr>
                          <m:e>
                            <m:r>
                              <a:rPr lang="en-US" sz="2400">
                                <a:latin typeface="Cambria Math" panose="02040503050406030204" pitchFamily="18" charset="0"/>
                              </a:rPr>
                              <m:t> </m:t>
                            </m:r>
                            <m:r>
                              <m:rPr>
                                <m:sty m:val="p"/>
                              </m:rPr>
                              <a:rPr lang="en-US" sz="2400">
                                <a:latin typeface="Cambria Math" panose="02040503050406030204" pitchFamily="18" charset="0"/>
                              </a:rPr>
                              <m:t>θ</m:t>
                            </m:r>
                          </m:e>
                          <m:sub>
                            <m:r>
                              <m:rPr>
                                <m:sty m:val="p"/>
                              </m:rPr>
                              <a:rPr lang="en-US" sz="2400">
                                <a:latin typeface="Cambria Math" panose="02040503050406030204" pitchFamily="18" charset="0"/>
                              </a:rPr>
                              <m:t>s</m:t>
                            </m:r>
                          </m:sub>
                        </m:sSub>
                        <m:r>
                          <a:rPr lang="en-US" sz="2400">
                            <a:latin typeface="Cambria Math" panose="02040503050406030204" pitchFamily="18" charset="0"/>
                          </a:rPr>
                          <m:t>=</m:t>
                        </m:r>
                        <m:r>
                          <a:rPr lang="ar-AE" sz="2400" i="1">
                            <a:latin typeface="Cambria Math" panose="02040503050406030204" pitchFamily="18" charset="0"/>
                          </a:rPr>
                          <m:t>−</m:t>
                        </m:r>
                        <m:r>
                          <a:rPr lang="ar-AE" sz="2400">
                            <a:latin typeface="Cambria Math" panose="02040503050406030204" pitchFamily="18" charset="0"/>
                          </a:rPr>
                          <m:t>90</m:t>
                        </m:r>
                      </m:e>
                      <m:sup>
                        <m:r>
                          <a:rPr lang="ar-AE" sz="2400">
                            <a:latin typeface="Cambria Math" panose="02040503050406030204" pitchFamily="18" charset="0"/>
                          </a:rPr>
                          <m:t>0</m:t>
                        </m:r>
                      </m:sup>
                    </m:sSup>
                    <m:r>
                      <m:rPr>
                        <m:nor/>
                      </m:rPr>
                      <a:rPr lang="ar-AE"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and</m:t>
                    </m:r>
                    <m:r>
                      <m:rPr>
                        <m:nor/>
                      </m:rPr>
                      <a:rPr lang="en-US" sz="2400" dirty="0">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m:rPr>
                            <m:sty m:val="p"/>
                          </m:rPr>
                          <a:rPr lang="el-GR" sz="2400">
                            <a:latin typeface="Cambria Math" panose="02040503050406030204" pitchFamily="18" charset="0"/>
                          </a:rPr>
                          <m:t>θ</m:t>
                        </m:r>
                      </m:e>
                      <m:sub>
                        <m:r>
                          <m:rPr>
                            <m:sty m:val="p"/>
                          </m:rPr>
                          <a:rPr lang="en-US" sz="2400">
                            <a:latin typeface="Cambria Math" panose="02040503050406030204" pitchFamily="18" charset="0"/>
                          </a:rPr>
                          <m:t>j</m:t>
                        </m:r>
                      </m:sub>
                    </m:sSub>
                    <m:r>
                      <a:rPr lang="ar-AE" sz="2400">
                        <a:latin typeface="Cambria Math" panose="02040503050406030204" pitchFamily="18" charset="0"/>
                      </a:rPr>
                      <m:t>=</m:t>
                    </m:r>
                    <m:sSup>
                      <m:sSupPr>
                        <m:ctrlPr>
                          <a:rPr lang="ar-AE" sz="2400" i="1">
                            <a:latin typeface="Cambria Math" panose="02040503050406030204" pitchFamily="18" charset="0"/>
                          </a:rPr>
                        </m:ctrlPr>
                      </m:sSupPr>
                      <m:e>
                        <m:r>
                          <a:rPr lang="ar-AE" sz="2400">
                            <a:latin typeface="Cambria Math" panose="02040503050406030204" pitchFamily="18" charset="0"/>
                          </a:rPr>
                          <m:t>30</m:t>
                        </m:r>
                      </m:e>
                      <m:sup>
                        <m:r>
                          <a:rPr lang="ar-AE" sz="2400">
                            <a:latin typeface="Cambria Math" panose="02040503050406030204" pitchFamily="18" charset="0"/>
                          </a:rPr>
                          <m:t>0</m:t>
                        </m:r>
                      </m:sup>
                    </m:sSup>
                    <m:r>
                      <m:rPr>
                        <m:nor/>
                      </m:rPr>
                      <a:rPr lang="ar-AE"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for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four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and</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eight</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element</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linear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array</m:t>
                    </m:r>
                  </m:oMath>
                </a14:m>
                <a:endParaRPr lang="en-US" sz="2400" dirty="0">
                  <a:latin typeface="Times New Roman" panose="02020603050405020304" pitchFamily="18" charset="0"/>
                  <a:cs typeface="Times New Roman" panose="02020603050405020304" pitchFamily="18" charset="0"/>
                </a:endParaRPr>
              </a:p>
            </p:txBody>
          </p:sp>
        </mc:Choice>
        <mc:Fallback>
          <p:sp>
            <p:nvSpPr>
              <p:cNvPr id="47" name="Google Shape;221;g32ac60abedf_0_104"/>
              <p:cNvSpPr>
                <a:spLocks noRot="1" noChangeAspect="1" noMove="1" noResize="1" noEditPoints="1" noAdjustHandles="1" noChangeArrowheads="1" noChangeShapeType="1" noTextEdit="1"/>
              </p:cNvSpPr>
              <p:nvPr/>
            </p:nvSpPr>
            <p:spPr>
              <a:xfrm>
                <a:off x="13628183" y="27071350"/>
                <a:ext cx="11469327" cy="1224217"/>
              </a:xfrm>
              <a:prstGeom prst="rect">
                <a:avLst/>
              </a:prstGeom>
              <a:blipFill>
                <a:blip r:embed="rId11"/>
                <a:stretch>
                  <a:fillRect l="-425"/>
                </a:stretch>
              </a:blipFill>
              <a:ln w="12700" cap="flat" cmpd="sng">
                <a:solidFill>
                  <a:schemeClr val="lt1"/>
                </a:solidFill>
                <a:prstDash val="solid"/>
                <a:miter lim="800000"/>
                <a:headEnd type="none" w="sm" len="sm"/>
                <a:tailEnd type="none" w="sm" len="sm"/>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Google Shape;211;g32ac60abedf_0_104"/>
              <p:cNvSpPr/>
              <p:nvPr/>
            </p:nvSpPr>
            <p:spPr>
              <a:xfrm>
                <a:off x="13610064" y="21223399"/>
                <a:ext cx="11415642" cy="1020610"/>
              </a:xfrm>
              <a:prstGeom prst="rect">
                <a:avLst/>
              </a:prstGeom>
              <a:solidFill>
                <a:srgbClr val="FFF0F8"/>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lvl="0" algn="ctr"/>
                <a:r>
                  <a:rPr lang="en-US" sz="2400" dirty="0" smtClean="0">
                    <a:solidFill>
                      <a:schemeClr val="dk1"/>
                    </a:solidFill>
                    <a:latin typeface="Times New Roman"/>
                    <a:ea typeface="Times New Roman"/>
                    <a:cs typeface="Times New Roman"/>
                    <a:sym typeface="Times New Roman"/>
                  </a:rPr>
                  <a:t>Fig 02: Genetic Algorithm,  Particle Swarm Optimization Algorithm &amp; Differential Beamforming  applied when </a:t>
                </a:r>
                <a14:m>
                  <m:oMath xmlns:m="http://schemas.openxmlformats.org/officeDocument/2006/math">
                    <m:sSub>
                      <m:sSubPr>
                        <m:ctrlPr>
                          <a:rPr lang="en-US" sz="2400" i="1">
                            <a:latin typeface="Cambria Math" panose="02040503050406030204" pitchFamily="18" charset="0"/>
                          </a:rPr>
                        </m:ctrlPr>
                      </m:sSubPr>
                      <m:e>
                        <m:r>
                          <a:rPr lang="en-US" sz="2400">
                            <a:latin typeface="Cambria Math" panose="02040503050406030204" pitchFamily="18" charset="0"/>
                          </a:rPr>
                          <m:t> </m:t>
                        </m:r>
                        <m:r>
                          <m:rPr>
                            <m:sty m:val="p"/>
                          </m:rPr>
                          <a:rPr lang="en-US" sz="2400">
                            <a:latin typeface="Cambria Math" panose="02040503050406030204" pitchFamily="18" charset="0"/>
                          </a:rPr>
                          <m:t>θ</m:t>
                        </m:r>
                      </m:e>
                      <m:sub>
                        <m:r>
                          <m:rPr>
                            <m:sty m:val="p"/>
                          </m:rPr>
                          <a:rPr lang="en-US" sz="2400">
                            <a:latin typeface="Cambria Math" panose="02040503050406030204" pitchFamily="18" charset="0"/>
                          </a:rPr>
                          <m:t>s</m:t>
                        </m:r>
                      </m:sub>
                    </m:sSub>
                    <m:r>
                      <a:rPr lang="en-US" sz="2400">
                        <a:latin typeface="Cambria Math" panose="02040503050406030204" pitchFamily="18" charset="0"/>
                      </a:rPr>
                      <m:t>=</m:t>
                    </m:r>
                    <m:sSup>
                      <m:sSupPr>
                        <m:ctrlPr>
                          <a:rPr lang="ar-AE" sz="2400" i="1">
                            <a:latin typeface="Cambria Math" panose="02040503050406030204" pitchFamily="18" charset="0"/>
                          </a:rPr>
                        </m:ctrlPr>
                      </m:sSupPr>
                      <m:e>
                        <m:r>
                          <a:rPr lang="ar-AE" sz="2400" i="1">
                            <a:latin typeface="Cambria Math" panose="02040503050406030204" pitchFamily="18" charset="0"/>
                          </a:rPr>
                          <m:t>−</m:t>
                        </m:r>
                        <m:r>
                          <a:rPr lang="ar-AE" sz="2400">
                            <a:latin typeface="Cambria Math" panose="02040503050406030204" pitchFamily="18" charset="0"/>
                          </a:rPr>
                          <m:t>90</m:t>
                        </m:r>
                      </m:e>
                      <m:sup>
                        <m:r>
                          <a:rPr lang="ar-AE" sz="2400">
                            <a:latin typeface="Cambria Math" panose="02040503050406030204" pitchFamily="18" charset="0"/>
                          </a:rPr>
                          <m:t>0</m:t>
                        </m:r>
                      </m:sup>
                    </m:sSup>
                    <m:r>
                      <m:rPr>
                        <m:nor/>
                      </m:rPr>
                      <a:rPr lang="ar-AE"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and</m:t>
                    </m:r>
                    <m:r>
                      <m:rPr>
                        <m:nor/>
                      </m:rPr>
                      <a:rPr lang="en-US" sz="2400" dirty="0">
                        <a:latin typeface="Times New Roman" panose="02020603050405020304" pitchFamily="18" charset="0"/>
                        <a:cs typeface="Times New Roman" panose="02020603050405020304" pitchFamily="18" charset="0"/>
                      </a:rPr>
                      <m:t> </m:t>
                    </m:r>
                    <m:sSub>
                      <m:sSubPr>
                        <m:ctrlPr>
                          <a:rPr lang="ar-AE" sz="2400" i="1">
                            <a:latin typeface="Cambria Math" panose="02040503050406030204" pitchFamily="18" charset="0"/>
                          </a:rPr>
                        </m:ctrlPr>
                      </m:sSubPr>
                      <m:e>
                        <m:r>
                          <m:rPr>
                            <m:sty m:val="p"/>
                          </m:rPr>
                          <a:rPr lang="el-GR" sz="2400">
                            <a:latin typeface="Cambria Math" panose="02040503050406030204" pitchFamily="18" charset="0"/>
                          </a:rPr>
                          <m:t>θ</m:t>
                        </m:r>
                      </m:e>
                      <m:sub>
                        <m:r>
                          <m:rPr>
                            <m:sty m:val="p"/>
                          </m:rPr>
                          <a:rPr lang="en-US" sz="2400">
                            <a:latin typeface="Cambria Math" panose="02040503050406030204" pitchFamily="18" charset="0"/>
                          </a:rPr>
                          <m:t>j</m:t>
                        </m:r>
                      </m:sub>
                    </m:sSub>
                    <m:r>
                      <a:rPr lang="ar-AE" sz="2400">
                        <a:latin typeface="Cambria Math" panose="02040503050406030204" pitchFamily="18" charset="0"/>
                      </a:rPr>
                      <m:t>=</m:t>
                    </m:r>
                    <m:sSup>
                      <m:sSupPr>
                        <m:ctrlPr>
                          <a:rPr lang="ar-AE" sz="2400" i="1">
                            <a:latin typeface="Cambria Math" panose="02040503050406030204" pitchFamily="18" charset="0"/>
                          </a:rPr>
                        </m:ctrlPr>
                      </m:sSupPr>
                      <m:e>
                        <m:r>
                          <a:rPr lang="ar-AE" sz="2400">
                            <a:latin typeface="Cambria Math" panose="02040503050406030204" pitchFamily="18" charset="0"/>
                          </a:rPr>
                          <m:t>30</m:t>
                        </m:r>
                      </m:e>
                      <m:sup>
                        <m:r>
                          <a:rPr lang="ar-AE" sz="2400">
                            <a:latin typeface="Cambria Math" panose="02040503050406030204" pitchFamily="18" charset="0"/>
                          </a:rPr>
                          <m:t>0</m:t>
                        </m:r>
                      </m:sup>
                    </m:sSup>
                    <m:r>
                      <m:rPr>
                        <m:nor/>
                      </m:rPr>
                      <a:rPr lang="ar-AE"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for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four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and</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eight</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element</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linear</m:t>
                    </m:r>
                    <m:r>
                      <m:rPr>
                        <m:nor/>
                      </m:rPr>
                      <a:rPr lang="en-US" sz="2400" dirty="0">
                        <a:latin typeface="Times New Roman" panose="02020603050405020304" pitchFamily="18" charset="0"/>
                        <a:cs typeface="Times New Roman" panose="02020603050405020304" pitchFamily="18" charset="0"/>
                      </a:rPr>
                      <m:t> </m:t>
                    </m:r>
                    <m:r>
                      <m:rPr>
                        <m:nor/>
                      </m:rPr>
                      <a:rPr lang="en-US" sz="2400" dirty="0">
                        <a:latin typeface="Times New Roman" panose="02020603050405020304" pitchFamily="18" charset="0"/>
                        <a:cs typeface="Times New Roman" panose="02020603050405020304" pitchFamily="18" charset="0"/>
                      </a:rPr>
                      <m:t>array</m:t>
                    </m:r>
                  </m:oMath>
                </a14:m>
                <a:r>
                  <a:rPr lang="en-US" sz="2400" dirty="0" smtClean="0">
                    <a:solidFill>
                      <a:schemeClr val="dk1"/>
                    </a:solidFill>
                    <a:latin typeface="Times New Roman"/>
                    <a:ea typeface="Times New Roman"/>
                    <a:cs typeface="Times New Roman"/>
                    <a:sym typeface="Times New Roman"/>
                  </a:rPr>
                  <a:t> antenna</a:t>
                </a:r>
                <a:endParaRPr dirty="0"/>
              </a:p>
            </p:txBody>
          </p:sp>
        </mc:Choice>
        <mc:Fallback xmlns="">
          <p:sp>
            <p:nvSpPr>
              <p:cNvPr id="48" name="Google Shape;211;g32ac60abedf_0_104"/>
              <p:cNvSpPr>
                <a:spLocks noRot="1" noChangeAspect="1" noMove="1" noResize="1" noEditPoints="1" noAdjustHandles="1" noChangeArrowheads="1" noChangeShapeType="1" noTextEdit="1"/>
              </p:cNvSpPr>
              <p:nvPr/>
            </p:nvSpPr>
            <p:spPr>
              <a:xfrm>
                <a:off x="13610064" y="21223399"/>
                <a:ext cx="11415642" cy="1020610"/>
              </a:xfrm>
              <a:prstGeom prst="rect">
                <a:avLst/>
              </a:prstGeom>
              <a:blipFill>
                <a:blip r:embed="rId12"/>
                <a:stretch>
                  <a:fillRect t="-14793" b="-23077"/>
                </a:stretch>
              </a:blipFill>
              <a:ln w="12700" cap="flat" cmpd="sng">
                <a:solidFill>
                  <a:schemeClr val="lt1"/>
                </a:solidFill>
                <a:prstDash val="solid"/>
                <a:miter lim="800000"/>
                <a:headEnd type="none" w="sm" len="sm"/>
                <a:tailEnd type="none" w="sm" len="sm"/>
              </a:ln>
            </p:spPr>
            <p:txBody>
              <a:bodyPr/>
              <a:lstStyle/>
              <a:p>
                <a:r>
                  <a:rPr lang="en-US">
                    <a:noFill/>
                  </a:rPr>
                  <a:t> </a:t>
                </a:r>
              </a:p>
            </p:txBody>
          </p:sp>
        </mc:Fallback>
      </mc:AlternateContent>
      <p:pic>
        <p:nvPicPr>
          <p:cNvPr id="49" name="Picture 48"/>
          <p:cNvPicPr>
            <a:picLocks noChangeAspect="1"/>
          </p:cNvPicPr>
          <p:nvPr/>
        </p:nvPicPr>
        <p:blipFill rotWithShape="1">
          <a:blip r:embed="rId13">
            <a:extLst>
              <a:ext uri="{28A0092B-C50C-407E-A947-70E740481C1C}">
                <a14:useLocalDpi xmlns:a14="http://schemas.microsoft.com/office/drawing/2010/main" val="0"/>
              </a:ext>
            </a:extLst>
          </a:blip>
          <a:srcRect l="20014" t="7340" r="17313" b="9333"/>
          <a:stretch/>
        </p:blipFill>
        <p:spPr>
          <a:xfrm>
            <a:off x="13590004" y="22799918"/>
            <a:ext cx="3772564" cy="3761817"/>
          </a:xfrm>
          <a:prstGeom prst="rect">
            <a:avLst/>
          </a:prstGeom>
        </p:spPr>
      </p:pic>
      <p:pic>
        <p:nvPicPr>
          <p:cNvPr id="50" name="Picture 49"/>
          <p:cNvPicPr>
            <a:picLocks noChangeAspect="1"/>
          </p:cNvPicPr>
          <p:nvPr/>
        </p:nvPicPr>
        <p:blipFill rotWithShape="1">
          <a:blip r:embed="rId14">
            <a:extLst>
              <a:ext uri="{28A0092B-C50C-407E-A947-70E740481C1C}">
                <a14:useLocalDpi xmlns:a14="http://schemas.microsoft.com/office/drawing/2010/main" val="0"/>
              </a:ext>
            </a:extLst>
          </a:blip>
          <a:srcRect l="23965" t="7344" r="21260" b="8854"/>
          <a:stretch/>
        </p:blipFill>
        <p:spPr>
          <a:xfrm>
            <a:off x="21456411" y="17171233"/>
            <a:ext cx="3602412" cy="3667293"/>
          </a:xfrm>
          <a:prstGeom prst="rect">
            <a:avLst/>
          </a:prstGeom>
        </p:spPr>
      </p:pic>
      <p:pic>
        <p:nvPicPr>
          <p:cNvPr id="51" name="Picture 50"/>
          <p:cNvPicPr>
            <a:picLocks noChangeAspect="1"/>
          </p:cNvPicPr>
          <p:nvPr/>
        </p:nvPicPr>
        <p:blipFill rotWithShape="1">
          <a:blip r:embed="rId15">
            <a:extLst>
              <a:ext uri="{28A0092B-C50C-407E-A947-70E740481C1C}">
                <a14:useLocalDpi xmlns:a14="http://schemas.microsoft.com/office/drawing/2010/main" val="0"/>
              </a:ext>
            </a:extLst>
          </a:blip>
          <a:srcRect l="19910" t="8159" r="17476" b="9627"/>
          <a:stretch/>
        </p:blipFill>
        <p:spPr>
          <a:xfrm>
            <a:off x="17347941" y="22676516"/>
            <a:ext cx="3945221" cy="3885219"/>
          </a:xfrm>
          <a:prstGeom prst="rect">
            <a:avLst/>
          </a:prstGeom>
        </p:spPr>
      </p:pic>
      <p:pic>
        <p:nvPicPr>
          <p:cNvPr id="52" name="Picture 51"/>
          <p:cNvPicPr>
            <a:picLocks noChangeAspect="1"/>
          </p:cNvPicPr>
          <p:nvPr/>
        </p:nvPicPr>
        <p:blipFill rotWithShape="1">
          <a:blip r:embed="rId16">
            <a:extLst>
              <a:ext uri="{28A0092B-C50C-407E-A947-70E740481C1C}">
                <a14:useLocalDpi xmlns:a14="http://schemas.microsoft.com/office/drawing/2010/main" val="0"/>
              </a:ext>
            </a:extLst>
          </a:blip>
          <a:srcRect l="19046" t="7045" r="16912" b="8836"/>
          <a:stretch/>
        </p:blipFill>
        <p:spPr>
          <a:xfrm>
            <a:off x="21081897" y="22690568"/>
            <a:ext cx="3993607" cy="3934223"/>
          </a:xfrm>
          <a:prstGeom prst="rect">
            <a:avLst/>
          </a:prstGeom>
        </p:spPr>
      </p:pic>
      <mc:AlternateContent xmlns:mc="http://schemas.openxmlformats.org/markup-compatibility/2006" xmlns:a14="http://schemas.microsoft.com/office/drawing/2010/main">
        <mc:Choice Requires="a14">
          <p:sp>
            <p:nvSpPr>
              <p:cNvPr id="53" name="TextBox 52"/>
              <p:cNvSpPr txBox="1"/>
              <p:nvPr/>
            </p:nvSpPr>
            <p:spPr>
              <a:xfrm>
                <a:off x="13560177" y="10325659"/>
                <a:ext cx="11270756" cy="461665"/>
              </a:xfrm>
              <a:prstGeom prst="rect">
                <a:avLst/>
              </a:prstGeom>
              <a:solidFill>
                <a:schemeClr val="accent2">
                  <a:lumMod val="40000"/>
                  <a:lumOff val="60000"/>
                </a:schemeClr>
              </a:solidFill>
              <a:ln w="19050">
                <a:solidFill>
                  <a:schemeClr val="tx1"/>
                </a:solidFill>
              </a:ln>
            </p:spPr>
            <p:txBody>
              <a:bodyPr wrap="square" rtlCol="0">
                <a:spAutoFit/>
              </a:bodyPr>
              <a:lstStyle/>
              <a:p>
                <a:r>
                  <a:rPr lang="en-US" sz="2400" b="1" dirty="0" smtClean="0">
                    <a:solidFill>
                      <a:schemeClr val="tx1">
                        <a:lumMod val="95000"/>
                        <a:lumOff val="5000"/>
                      </a:schemeClr>
                    </a:solidFill>
                    <a:latin typeface="Times New Roman" panose="02020603050405020304" pitchFamily="18" charset="0"/>
                    <a:cs typeface="Times New Roman" panose="02020603050405020304" pitchFamily="18" charset="0"/>
                  </a:rPr>
                  <a:t> </a:t>
                </a:r>
                <a14:m>
                  <m:oMath xmlns:m="http://schemas.openxmlformats.org/officeDocument/2006/math">
                    <m:r>
                      <a:rPr lang="en-US" sz="2400" b="1" i="1">
                        <a:solidFill>
                          <a:schemeClr val="tx1">
                            <a:lumMod val="95000"/>
                            <a:lumOff val="5000"/>
                          </a:schemeClr>
                        </a:solidFill>
                        <a:latin typeface="Cambria Math" panose="02040503050406030204" pitchFamily="18" charset="0"/>
                      </a:rPr>
                      <m:t>=</m:t>
                    </m:r>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       </m:t>
                        </m:r>
                        <m:r>
                          <a:rPr lang="en-US" sz="2400" b="1" i="1">
                            <a:solidFill>
                              <a:schemeClr val="tx1">
                                <a:lumMod val="95000"/>
                                <a:lumOff val="5000"/>
                              </a:schemeClr>
                            </a:solidFill>
                            <a:latin typeface="Cambria Math" panose="02040503050406030204" pitchFamily="18" charset="0"/>
                          </a:rPr>
                          <m:t>𝒄𝒐𝒔</m:t>
                        </m:r>
                      </m:fName>
                      <m:e>
                        <m:r>
                          <a:rPr lang="en-US" sz="2400" b="1" i="1">
                            <a:solidFill>
                              <a:schemeClr val="tx1">
                                <a:lumMod val="95000"/>
                                <a:lumOff val="5000"/>
                              </a:schemeClr>
                            </a:solidFill>
                            <a:latin typeface="Cambria Math" panose="02040503050406030204" pitchFamily="18" charset="0"/>
                          </a:rPr>
                          <m:t>𝒌</m:t>
                        </m:r>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𝑨</m:t>
                    </m:r>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r>
                          <a:rPr lang="en-US" sz="2400" b="1" i="1">
                            <a:solidFill>
                              <a:schemeClr val="tx1">
                                <a:lumMod val="95000"/>
                                <a:lumOff val="5000"/>
                              </a:schemeClr>
                            </a:solidFill>
                            <a:latin typeface="Cambria Math" panose="02040503050406030204" pitchFamily="18" charset="0"/>
                          </a:rPr>
                          <m:t>𝜶</m:t>
                        </m:r>
                      </m:e>
                    </m:func>
                    <m:r>
                      <a:rPr lang="en-US" sz="2400" b="1" i="1">
                        <a:solidFill>
                          <a:schemeClr val="tx1">
                            <a:lumMod val="95000"/>
                            <a:lumOff val="5000"/>
                          </a:schemeClr>
                        </a:solidFill>
                        <a:latin typeface="Cambria Math" panose="02040503050406030204" pitchFamily="18" charset="0"/>
                      </a:rPr>
                      <m:t>+</m:t>
                    </m:r>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r>
                          <a:rPr lang="en-US" sz="2400" b="1" i="1">
                            <a:solidFill>
                              <a:schemeClr val="tx1">
                                <a:lumMod val="95000"/>
                                <a:lumOff val="5000"/>
                              </a:schemeClr>
                            </a:solidFill>
                            <a:latin typeface="Cambria Math" panose="02040503050406030204" pitchFamily="18" charset="0"/>
                          </a:rPr>
                          <m:t>𝒌</m:t>
                        </m:r>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𝑨</m:t>
                    </m:r>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𝐬𝐢𝐧</m:t>
                        </m:r>
                      </m:fName>
                      <m:e>
                        <m:r>
                          <a:rPr lang="en-US" sz="2400" b="1" i="1">
                            <a:solidFill>
                              <a:schemeClr val="tx1">
                                <a:lumMod val="95000"/>
                                <a:lumOff val="5000"/>
                              </a:schemeClr>
                            </a:solidFill>
                            <a:latin typeface="Cambria Math" panose="02040503050406030204" pitchFamily="18" charset="0"/>
                          </a:rPr>
                          <m:t>𝛂</m:t>
                        </m:r>
                      </m:e>
                    </m:func>
                  </m:oMath>
                </a14:m>
                <a:r>
                  <a:rPr lang="en-US" sz="24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dirty="0" smtClean="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smtClean="0">
                    <a:solidFill>
                      <a:schemeClr val="tx1">
                        <a:lumMod val="95000"/>
                        <a:lumOff val="5000"/>
                      </a:schemeClr>
                    </a:solidFill>
                    <a:latin typeface="Times New Roman" panose="02020603050405020304" pitchFamily="18" charset="0"/>
                    <a:cs typeface="Times New Roman" panose="02020603050405020304" pitchFamily="18" charset="0"/>
                  </a:rPr>
                  <a:t>(</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2)</a:t>
                </a:r>
                <a:endParaRPr lang="en-US" sz="2400" dirty="0">
                  <a:solidFill>
                    <a:schemeClr val="tx1">
                      <a:lumMod val="95000"/>
                      <a:lumOff val="5000"/>
                    </a:schemeClr>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13560177" y="10325659"/>
                <a:ext cx="11270756" cy="461665"/>
              </a:xfrm>
              <a:prstGeom prst="rect">
                <a:avLst/>
              </a:prstGeom>
              <a:blipFill>
                <a:blip r:embed="rId17"/>
                <a:stretch>
                  <a:fillRect t="-8861" r="-486" b="-25316"/>
                </a:stretch>
              </a:blipFill>
              <a:ln w="190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13509083" y="11293015"/>
                <a:ext cx="11301879" cy="1721690"/>
              </a:xfrm>
              <a:prstGeom prst="rect">
                <a:avLst/>
              </a:prstGeom>
              <a:solidFill>
                <a:schemeClr val="accent6">
                  <a:lumMod val="40000"/>
                  <a:lumOff val="60000"/>
                </a:schemeClr>
              </a:solidFill>
              <a:ln w="19050">
                <a:solidFill>
                  <a:schemeClr val="tx1"/>
                </a:solidFill>
              </a:ln>
            </p:spPr>
            <p:txBody>
              <a:bodyPr wrap="square" rtlCol="0">
                <a:spAutoFit/>
              </a:bodyPr>
              <a:lstStyle/>
              <a:p>
                <a:pPr algn="just">
                  <a:lnSpc>
                    <a:spcPct val="150000"/>
                  </a:lnSpc>
                </a:pPr>
                <a14:m>
                  <m:oMath xmlns:m="http://schemas.openxmlformats.org/officeDocument/2006/math">
                    <m:sSup>
                      <m:sSupPr>
                        <m:ctrlPr>
                          <a:rPr lang="en-US" sz="2400" b="1" i="1" smtClean="0">
                            <a:solidFill>
                              <a:schemeClr val="tx1">
                                <a:lumMod val="95000"/>
                                <a:lumOff val="5000"/>
                              </a:schemeClr>
                            </a:solidFill>
                            <a:latin typeface="Cambria Math" panose="02040503050406030204" pitchFamily="18" charset="0"/>
                          </a:rPr>
                        </m:ctrlPr>
                      </m:sSupPr>
                      <m:e>
                        <m:r>
                          <a:rPr lang="en-US" sz="2400" b="1" i="1">
                            <a:solidFill>
                              <a:schemeClr val="tx1">
                                <a:lumMod val="95000"/>
                                <a:lumOff val="5000"/>
                              </a:schemeClr>
                            </a:solidFill>
                            <a:latin typeface="Cambria Math" panose="02040503050406030204" pitchFamily="18" charset="0"/>
                          </a:rPr>
                          <m:t>𝑨</m:t>
                        </m:r>
                      </m:e>
                      <m:sup>
                        <m:r>
                          <a:rPr lang="en-US" sz="2400" b="1" i="1">
                            <a:solidFill>
                              <a:schemeClr val="tx1">
                                <a:lumMod val="95000"/>
                                <a:lumOff val="5000"/>
                              </a:schemeClr>
                            </a:solidFill>
                            <a:latin typeface="Cambria Math" panose="02040503050406030204" pitchFamily="18" charset="0"/>
                          </a:rPr>
                          <m:t>𝟐</m:t>
                        </m:r>
                      </m:sup>
                    </m:sSup>
                    <m:r>
                      <a:rPr lang="en-US" sz="2400" b="1" i="1">
                        <a:solidFill>
                          <a:schemeClr val="tx1">
                            <a:lumMod val="95000"/>
                            <a:lumOff val="5000"/>
                          </a:schemeClr>
                        </a:solidFill>
                        <a:latin typeface="Cambria Math" panose="02040503050406030204" pitchFamily="18" charset="0"/>
                      </a:rPr>
                      <m:t>=(</m:t>
                    </m:r>
                    <m:r>
                      <a:rPr lang="en-US" sz="2400" b="1" i="1">
                        <a:solidFill>
                          <a:schemeClr val="tx1">
                            <a:lumMod val="95000"/>
                            <a:lumOff val="5000"/>
                          </a:schemeClr>
                        </a:solidFill>
                        <a:latin typeface="Cambria Math" panose="02040503050406030204" pitchFamily="18" charset="0"/>
                      </a:rPr>
                      <m:t>𝟏</m:t>
                    </m:r>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𝟏𝟏</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𝟏</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𝟏𝟐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𝟏</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𝟐𝟏</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𝟐</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𝟐𝟐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𝟐</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 </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𝒎</m:t>
                        </m:r>
                        <m:r>
                          <a:rPr lang="en-US" sz="2400" b="1" i="1">
                            <a:solidFill>
                              <a:schemeClr val="tx1">
                                <a:lumMod val="95000"/>
                                <a:lumOff val="5000"/>
                              </a:schemeClr>
                            </a:solidFill>
                            <a:latin typeface="Cambria Math" panose="02040503050406030204" pitchFamily="18" charset="0"/>
                          </a:rPr>
                          <m:t>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𝒎</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sSup>
                      <m:sSupPr>
                        <m:ctrlPr>
                          <a:rPr lang="en-US" sz="2400" b="1" i="1">
                            <a:solidFill>
                              <a:schemeClr val="tx1">
                                <a:lumMod val="95000"/>
                                <a:lumOff val="5000"/>
                              </a:schemeClr>
                            </a:solidFill>
                            <a:latin typeface="Cambria Math" panose="02040503050406030204" pitchFamily="18" charset="0"/>
                          </a:rPr>
                        </m:ctrlPr>
                      </m:sSupPr>
                      <m:e>
                        <m:r>
                          <a:rPr lang="en-US" sz="2400" b="1" i="1">
                            <a:solidFill>
                              <a:schemeClr val="tx1">
                                <a:lumMod val="95000"/>
                                <a:lumOff val="5000"/>
                              </a:schemeClr>
                            </a:solidFill>
                            <a:latin typeface="Cambria Math" panose="02040503050406030204" pitchFamily="18" charset="0"/>
                          </a:rPr>
                          <m:t>)</m:t>
                        </m:r>
                      </m:e>
                      <m:sup>
                        <m:r>
                          <a:rPr lang="en-US" sz="2400" b="1" i="1">
                            <a:solidFill>
                              <a:schemeClr val="tx1">
                                <a:lumMod val="95000"/>
                                <a:lumOff val="5000"/>
                              </a:schemeClr>
                            </a:solidFill>
                            <a:latin typeface="Cambria Math" panose="02040503050406030204" pitchFamily="18" charset="0"/>
                          </a:rPr>
                          <m:t>𝟐</m:t>
                        </m:r>
                      </m:sup>
                    </m:sSup>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𝟏𝟏</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𝟏</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𝟏𝟐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𝟏</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𝟐𝟏</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𝒔𝒊𝒏</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𝟐</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𝟐𝟐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𝟐</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sSup>
                      <m:sSupPr>
                        <m:ctrlPr>
                          <a:rPr lang="en-US" sz="2400" b="1" i="1">
                            <a:solidFill>
                              <a:schemeClr val="tx1">
                                <a:lumMod val="95000"/>
                                <a:lumOff val="5000"/>
                              </a:schemeClr>
                            </a:solidFill>
                            <a:latin typeface="Cambria Math" panose="02040503050406030204" pitchFamily="18" charset="0"/>
                          </a:rPr>
                        </m:ctrlPr>
                      </m:sSupPr>
                      <m:e>
                        <m:r>
                          <a:rPr lang="en-US" sz="2400" b="1" i="1">
                            <a:solidFill>
                              <a:schemeClr val="tx1">
                                <a:lumMod val="95000"/>
                                <a:lumOff val="5000"/>
                              </a:schemeClr>
                            </a:solidFill>
                            <a:latin typeface="Cambria Math" panose="02040503050406030204" pitchFamily="18" charset="0"/>
                          </a:rPr>
                          <m:t>−⋯</m:t>
                        </m:r>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𝒘</m:t>
                            </m:r>
                          </m:e>
                          <m:sub>
                            <m:r>
                              <a:rPr lang="en-US" sz="2400" b="1" i="1">
                                <a:solidFill>
                                  <a:schemeClr val="tx1">
                                    <a:lumMod val="95000"/>
                                    <a:lumOff val="5000"/>
                                  </a:schemeClr>
                                </a:solidFill>
                                <a:latin typeface="Cambria Math" panose="02040503050406030204" pitchFamily="18" charset="0"/>
                              </a:rPr>
                              <m:t>𝒎</m:t>
                            </m:r>
                            <m:r>
                              <a:rPr lang="en-US" sz="2400" b="1" i="1">
                                <a:solidFill>
                                  <a:schemeClr val="tx1">
                                    <a:lumMod val="95000"/>
                                    <a:lumOff val="5000"/>
                                  </a:schemeClr>
                                </a:solidFill>
                                <a:latin typeface="Cambria Math" panose="02040503050406030204" pitchFamily="18" charset="0"/>
                              </a:rPr>
                              <m:t>𝟐</m:t>
                            </m:r>
                          </m:sub>
                        </m:sSub>
                        <m:func>
                          <m:funcPr>
                            <m:ctrlPr>
                              <a:rPr lang="en-US" sz="2400" b="1" i="1">
                                <a:solidFill>
                                  <a:schemeClr val="tx1">
                                    <a:lumMod val="95000"/>
                                    <a:lumOff val="5000"/>
                                  </a:schemeClr>
                                </a:solidFill>
                                <a:latin typeface="Cambria Math" panose="02040503050406030204" pitchFamily="18" charset="0"/>
                              </a:rPr>
                            </m:ctrlPr>
                          </m:funcPr>
                          <m:fName>
                            <m:r>
                              <a:rPr lang="en-US" sz="2400" b="1" i="1">
                                <a:solidFill>
                                  <a:schemeClr val="tx1">
                                    <a:lumMod val="95000"/>
                                    <a:lumOff val="5000"/>
                                  </a:schemeClr>
                                </a:solidFill>
                                <a:latin typeface="Cambria Math" panose="02040503050406030204" pitchFamily="18" charset="0"/>
                              </a:rPr>
                              <m:t>𝒄𝒐𝒔</m:t>
                            </m:r>
                          </m:fName>
                          <m:e>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𝜹</m:t>
                                </m:r>
                              </m:e>
                              <m:sub>
                                <m:r>
                                  <a:rPr lang="en-US" sz="2400" b="1" i="1">
                                    <a:solidFill>
                                      <a:schemeClr val="tx1">
                                        <a:lumMod val="95000"/>
                                        <a:lumOff val="5000"/>
                                      </a:schemeClr>
                                    </a:solidFill>
                                    <a:latin typeface="Cambria Math" panose="02040503050406030204" pitchFamily="18" charset="0"/>
                                  </a:rPr>
                                  <m:t>𝒎</m:t>
                                </m:r>
                              </m:sub>
                            </m:sSub>
                          </m:e>
                        </m:func>
                        <m:sSub>
                          <m:sSubPr>
                            <m:ctrlPr>
                              <a:rPr lang="en-US" sz="2400" b="1" i="1">
                                <a:solidFill>
                                  <a:schemeClr val="tx1">
                                    <a:lumMod val="95000"/>
                                    <a:lumOff val="5000"/>
                                  </a:schemeClr>
                                </a:solidFill>
                                <a:latin typeface="Cambria Math" panose="02040503050406030204" pitchFamily="18" charset="0"/>
                              </a:rPr>
                            </m:ctrlPr>
                          </m:sSubPr>
                          <m:e>
                            <m:r>
                              <a:rPr lang="en-US" sz="2400" b="1" i="1">
                                <a:solidFill>
                                  <a:schemeClr val="tx1">
                                    <a:lumMod val="95000"/>
                                    <a:lumOff val="5000"/>
                                  </a:schemeClr>
                                </a:solidFill>
                                <a:latin typeface="Cambria Math" panose="02040503050406030204" pitchFamily="18" charset="0"/>
                              </a:rPr>
                              <m:t>𝝎</m:t>
                            </m:r>
                          </m:e>
                          <m:sub>
                            <m:r>
                              <a:rPr lang="en-US" sz="2400" b="1" i="1">
                                <a:solidFill>
                                  <a:schemeClr val="tx1">
                                    <a:lumMod val="95000"/>
                                    <a:lumOff val="5000"/>
                                  </a:schemeClr>
                                </a:solidFill>
                                <a:latin typeface="Cambria Math" panose="02040503050406030204" pitchFamily="18" charset="0"/>
                              </a:rPr>
                              <m:t>𝟎</m:t>
                            </m:r>
                          </m:sub>
                        </m:sSub>
                        <m:r>
                          <a:rPr lang="en-US" sz="2400" b="1" i="1">
                            <a:solidFill>
                              <a:schemeClr val="tx1">
                                <a:lumMod val="95000"/>
                                <a:lumOff val="5000"/>
                              </a:schemeClr>
                            </a:solidFill>
                            <a:latin typeface="Cambria Math" panose="02040503050406030204" pitchFamily="18" charset="0"/>
                          </a:rPr>
                          <m:t>)</m:t>
                        </m:r>
                      </m:e>
                      <m:sup>
                        <m:r>
                          <a:rPr lang="en-US" sz="2400" b="1" i="1">
                            <a:solidFill>
                              <a:schemeClr val="tx1">
                                <a:lumMod val="95000"/>
                                <a:lumOff val="5000"/>
                              </a:schemeClr>
                            </a:solidFill>
                            <a:latin typeface="Cambria Math" panose="02040503050406030204" pitchFamily="18" charset="0"/>
                          </a:rPr>
                          <m:t>𝟐</m:t>
                        </m:r>
                      </m:sup>
                    </m:sSup>
                  </m:oMath>
                </a14:m>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smtClean="0">
                    <a:solidFill>
                      <a:schemeClr val="tx1">
                        <a:lumMod val="95000"/>
                        <a:lumOff val="5000"/>
                      </a:schemeClr>
                    </a:solidFill>
                    <a:latin typeface="Times New Roman" panose="02020603050405020304" pitchFamily="18" charset="0"/>
                    <a:cs typeface="Times New Roman" panose="02020603050405020304" pitchFamily="18" charset="0"/>
                  </a:rPr>
                  <a:t>  (3)</a:t>
                </a:r>
                <a:endParaRPr lang="en-US" sz="2400" dirty="0">
                  <a:solidFill>
                    <a:schemeClr val="tx1">
                      <a:lumMod val="95000"/>
                      <a:lumOff val="5000"/>
                    </a:schemeClr>
                  </a:solidFill>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13509083" y="11293015"/>
                <a:ext cx="11301879" cy="1721690"/>
              </a:xfrm>
              <a:prstGeom prst="rect">
                <a:avLst/>
              </a:prstGeom>
              <a:blipFill>
                <a:blip r:embed="rId18"/>
                <a:stretch>
                  <a:fillRect l="-54" r="-592" b="-6667"/>
                </a:stretch>
              </a:blipFill>
              <a:ln w="190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13540205" y="5310730"/>
                <a:ext cx="11301879" cy="1330814"/>
              </a:xfrm>
              <a:prstGeom prst="rect">
                <a:avLst/>
              </a:prstGeom>
              <a:solidFill>
                <a:schemeClr val="accent4">
                  <a:lumMod val="20000"/>
                  <a:lumOff val="80000"/>
                </a:schemeClr>
              </a:solidFill>
              <a:ln w="19050">
                <a:solidFill>
                  <a:schemeClr val="tx1"/>
                </a:solidFill>
              </a:ln>
            </p:spPr>
            <p:txBody>
              <a:bodyPr wrap="square" rtlCol="0">
                <a:spAutoFit/>
              </a:bodyPr>
              <a:lstStyle/>
              <a:p>
                <a:pPr>
                  <a:lnSpc>
                    <a:spcPct val="150000"/>
                  </a:lnSpc>
                </a:pPr>
                <a14:m>
                  <m:oMath xmlns:m="http://schemas.openxmlformats.org/officeDocument/2006/math">
                    <m:d>
                      <m:dPr>
                        <m:ctrlPr>
                          <a:rPr lang="en-US" sz="2400" b="1" i="1" noProof="1" dirty="0" smtClean="0">
                            <a:solidFill>
                              <a:schemeClr val="tx1">
                                <a:lumMod val="95000"/>
                                <a:lumOff val="5000"/>
                              </a:schemeClr>
                            </a:solidFill>
                            <a:latin typeface="Cambria Math" panose="02040503050406030204" pitchFamily="18" charset="0"/>
                          </a:rPr>
                        </m:ctrlPr>
                      </m:dPr>
                      <m:e>
                        <m:r>
                          <a:rPr lang="en-US" sz="2400" b="1" i="1" noProof="1" dirty="0">
                            <a:solidFill>
                              <a:schemeClr val="tx1">
                                <a:lumMod val="95000"/>
                                <a:lumOff val="5000"/>
                              </a:schemeClr>
                            </a:solidFill>
                            <a:latin typeface="Cambria Math" panose="02040503050406030204" pitchFamily="18" charset="0"/>
                          </a:rPr>
                          <m:t>𝒌</m:t>
                        </m:r>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𝜹</m:t>
                            </m:r>
                          </m:e>
                          <m:sub>
                            <m:r>
                              <a:rPr lang="en-US" sz="2400" b="1" i="1" noProof="1" dirty="0">
                                <a:solidFill>
                                  <a:schemeClr val="tx1">
                                    <a:lumMod val="95000"/>
                                    <a:lumOff val="5000"/>
                                  </a:schemeClr>
                                </a:solidFill>
                                <a:latin typeface="Cambria Math" panose="02040503050406030204" pitchFamily="18" charset="0"/>
                              </a:rPr>
                              <m:t>𝒊</m:t>
                            </m:r>
                          </m:sub>
                        </m:sSub>
                        <m:r>
                          <a:rPr lang="en-US" sz="2400" b="1" i="1" noProof="1" dirty="0">
                            <a:solidFill>
                              <a:schemeClr val="tx1">
                                <a:lumMod val="95000"/>
                                <a:lumOff val="5000"/>
                              </a:schemeClr>
                            </a:solidFill>
                            <a:latin typeface="Cambria Math" panose="02040503050406030204" pitchFamily="18" charset="0"/>
                          </a:rPr>
                          <m:t>, </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𝒊𝒋</m:t>
                            </m:r>
                          </m:sub>
                        </m:sSub>
                      </m:e>
                    </m:d>
                    <m:r>
                      <a:rPr lang="en-US" sz="2400" b="1" i="1" noProof="1" dirty="0">
                        <a:solidFill>
                          <a:schemeClr val="tx1">
                            <a:lumMod val="95000"/>
                            <a:lumOff val="5000"/>
                          </a:schemeClr>
                        </a:solidFill>
                        <a:latin typeface="Cambria Math" panose="02040503050406030204" pitchFamily="18" charset="0"/>
                      </a:rPr>
                      <m:t>=</m:t>
                    </m:r>
                    <m:func>
                      <m:funcPr>
                        <m:ctrlPr>
                          <a:rPr lang="en-US" sz="2400" b="1" i="1" noProof="1" dirty="0">
                            <a:solidFill>
                              <a:schemeClr val="tx1">
                                <a:lumMod val="95000"/>
                                <a:lumOff val="5000"/>
                              </a:schemeClr>
                            </a:solidFill>
                            <a:latin typeface="Cambria Math" panose="02040503050406030204" pitchFamily="18" charset="0"/>
                          </a:rPr>
                        </m:ctrlPr>
                      </m:funcPr>
                      <m:fName>
                        <m:r>
                          <a:rPr lang="en-US" sz="2400" b="1" i="1" noProof="1" dirty="0">
                            <a:solidFill>
                              <a:schemeClr val="tx1">
                                <a:lumMod val="95000"/>
                                <a:lumOff val="5000"/>
                              </a:schemeClr>
                            </a:solidFill>
                            <a:latin typeface="Cambria Math" panose="02040503050406030204" pitchFamily="18" charset="0"/>
                          </a:rPr>
                          <m:t>𝒄𝒐𝒔</m:t>
                        </m:r>
                      </m:fName>
                      <m:e>
                        <m:r>
                          <a:rPr lang="en-US" sz="2400" b="1" i="1" noProof="1" dirty="0">
                            <a:solidFill>
                              <a:schemeClr val="tx1">
                                <a:lumMod val="95000"/>
                                <a:lumOff val="5000"/>
                              </a:schemeClr>
                            </a:solidFill>
                            <a:latin typeface="Cambria Math" panose="02040503050406030204" pitchFamily="18" charset="0"/>
                          </a:rPr>
                          <m:t>𝒌</m:t>
                        </m:r>
                      </m:e>
                    </m:func>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𝟏𝟏</m:t>
                            </m:r>
                          </m:sub>
                        </m:sSub>
                        <m:r>
                          <a:rPr lang="en-US" sz="2400" b="1" i="1" noProof="1" dirty="0">
                            <a:solidFill>
                              <a:schemeClr val="tx1">
                                <a:lumMod val="95000"/>
                                <a:lumOff val="5000"/>
                              </a:schemeClr>
                            </a:solidFill>
                            <a:latin typeface="Cambria Math" panose="02040503050406030204" pitchFamily="18" charset="0"/>
                          </a:rPr>
                          <m:t>𝝋</m:t>
                        </m:r>
                      </m:e>
                      <m:sub>
                        <m:r>
                          <a:rPr lang="en-US" sz="2400" b="1" i="1" noProof="1" dirty="0">
                            <a:solidFill>
                              <a:schemeClr val="tx1">
                                <a:lumMod val="95000"/>
                                <a:lumOff val="5000"/>
                              </a:schemeClr>
                            </a:solidFill>
                            <a:latin typeface="Cambria Math" panose="02040503050406030204" pitchFamily="18" charset="0"/>
                          </a:rPr>
                          <m:t>𝟏𝟏</m:t>
                        </m:r>
                      </m:sub>
                    </m:sSub>
                    <m:d>
                      <m:dPr>
                        <m:ctrlPr>
                          <a:rPr lang="en-US" sz="2400" b="1" i="1" noProof="1" dirty="0">
                            <a:solidFill>
                              <a:schemeClr val="tx1">
                                <a:lumMod val="95000"/>
                                <a:lumOff val="5000"/>
                              </a:schemeClr>
                            </a:solidFill>
                            <a:latin typeface="Cambria Math" panose="02040503050406030204" pitchFamily="18" charset="0"/>
                          </a:rPr>
                        </m:ctrlPr>
                      </m:dPr>
                      <m:e>
                        <m:r>
                          <a:rPr lang="en-US" sz="2400" b="1" i="1" noProof="1" dirty="0">
                            <a:solidFill>
                              <a:schemeClr val="tx1">
                                <a:lumMod val="95000"/>
                                <a:lumOff val="5000"/>
                              </a:schemeClr>
                            </a:solidFill>
                            <a:latin typeface="Cambria Math" panose="02040503050406030204" pitchFamily="18" charset="0"/>
                          </a:rPr>
                          <m:t>𝒌</m:t>
                        </m:r>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𝜹</m:t>
                            </m:r>
                          </m:e>
                          <m:sub>
                            <m:r>
                              <a:rPr lang="en-US" sz="2400" b="1" i="1" noProof="1" dirty="0">
                                <a:solidFill>
                                  <a:schemeClr val="tx1">
                                    <a:lumMod val="95000"/>
                                    <a:lumOff val="5000"/>
                                  </a:schemeClr>
                                </a:solidFill>
                                <a:latin typeface="Cambria Math" panose="02040503050406030204" pitchFamily="18" charset="0"/>
                              </a:rPr>
                              <m:t>𝒊</m:t>
                            </m:r>
                          </m:sub>
                        </m:sSub>
                        <m:r>
                          <a:rPr lang="en-US" sz="2400" b="1" i="1" noProof="1" dirty="0">
                            <a:solidFill>
                              <a:schemeClr val="tx1">
                                <a:lumMod val="95000"/>
                                <a:lumOff val="5000"/>
                              </a:schemeClr>
                            </a:solidFill>
                            <a:latin typeface="Cambria Math" panose="02040503050406030204" pitchFamily="18" charset="0"/>
                          </a:rPr>
                          <m:t>, </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𝒊𝒋</m:t>
                            </m:r>
                          </m:sub>
                        </m:sSub>
                      </m:e>
                    </m:d>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𝟏𝟐</m:t>
                            </m:r>
                          </m:sub>
                        </m:sSub>
                        <m:r>
                          <a:rPr lang="en-US" sz="2400" b="1" i="1" noProof="1" dirty="0">
                            <a:solidFill>
                              <a:schemeClr val="tx1">
                                <a:lumMod val="95000"/>
                                <a:lumOff val="5000"/>
                              </a:schemeClr>
                            </a:solidFill>
                            <a:latin typeface="Cambria Math" panose="02040503050406030204" pitchFamily="18" charset="0"/>
                          </a:rPr>
                          <m:t>𝝋</m:t>
                        </m:r>
                      </m:e>
                      <m:sub>
                        <m:r>
                          <a:rPr lang="en-US" sz="2400" b="1" i="1" noProof="1" dirty="0">
                            <a:solidFill>
                              <a:schemeClr val="tx1">
                                <a:lumMod val="95000"/>
                                <a:lumOff val="5000"/>
                              </a:schemeClr>
                            </a:solidFill>
                            <a:latin typeface="Cambria Math" panose="02040503050406030204" pitchFamily="18" charset="0"/>
                          </a:rPr>
                          <m:t>𝟏𝟐</m:t>
                        </m:r>
                      </m:sub>
                    </m:sSub>
                    <m:d>
                      <m:dPr>
                        <m:ctrlPr>
                          <a:rPr lang="en-US" sz="2400" b="1" i="1" noProof="1" dirty="0">
                            <a:solidFill>
                              <a:schemeClr val="tx1">
                                <a:lumMod val="95000"/>
                                <a:lumOff val="5000"/>
                              </a:schemeClr>
                            </a:solidFill>
                            <a:latin typeface="Cambria Math" panose="02040503050406030204" pitchFamily="18" charset="0"/>
                          </a:rPr>
                        </m:ctrlPr>
                      </m:dPr>
                      <m:e>
                        <m:r>
                          <a:rPr lang="en-US" sz="2400" b="1" i="1" noProof="1" dirty="0">
                            <a:solidFill>
                              <a:schemeClr val="tx1">
                                <a:lumMod val="95000"/>
                                <a:lumOff val="5000"/>
                              </a:schemeClr>
                            </a:solidFill>
                            <a:latin typeface="Cambria Math" panose="02040503050406030204" pitchFamily="18" charset="0"/>
                          </a:rPr>
                          <m:t>𝒌</m:t>
                        </m:r>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𝜹</m:t>
                            </m:r>
                          </m:e>
                          <m:sub>
                            <m:r>
                              <a:rPr lang="en-US" sz="2400" b="1" i="1" noProof="1" dirty="0">
                                <a:solidFill>
                                  <a:schemeClr val="tx1">
                                    <a:lumMod val="95000"/>
                                    <a:lumOff val="5000"/>
                                  </a:schemeClr>
                                </a:solidFill>
                                <a:latin typeface="Cambria Math" panose="02040503050406030204" pitchFamily="18" charset="0"/>
                              </a:rPr>
                              <m:t>𝒊</m:t>
                            </m:r>
                          </m:sub>
                        </m:sSub>
                        <m:r>
                          <a:rPr lang="en-US" sz="2400" b="1" i="1" noProof="1" dirty="0">
                            <a:solidFill>
                              <a:schemeClr val="tx1">
                                <a:lumMod val="95000"/>
                                <a:lumOff val="5000"/>
                              </a:schemeClr>
                            </a:solidFill>
                            <a:latin typeface="Cambria Math" panose="02040503050406030204" pitchFamily="18" charset="0"/>
                          </a:rPr>
                          <m:t>, </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𝒊𝒋</m:t>
                            </m:r>
                          </m:sub>
                        </m:sSub>
                      </m:e>
                    </m:d>
                    <m:r>
                      <a:rPr lang="en-US" sz="2400" b="1" i="1" noProof="1" dirty="0">
                        <a:solidFill>
                          <a:schemeClr val="tx1">
                            <a:lumMod val="95000"/>
                            <a:lumOff val="5000"/>
                          </a:schemeClr>
                        </a:solidFill>
                        <a:latin typeface="Cambria Math" panose="02040503050406030204" pitchFamily="18" charset="0"/>
                      </a:rPr>
                      <m:t>−⋯   ⋯   ⋯−</m:t>
                    </m:r>
                    <m:sSub>
                      <m:sSubPr>
                        <m:ctrlPr>
                          <a:rPr lang="en-US" sz="2400" b="1" i="1" noProof="1" dirty="0">
                            <a:solidFill>
                              <a:schemeClr val="tx1">
                                <a:lumMod val="95000"/>
                                <a:lumOff val="5000"/>
                              </a:schemeClr>
                            </a:solidFill>
                            <a:latin typeface="Cambria Math" panose="02040503050406030204" pitchFamily="18" charset="0"/>
                          </a:rPr>
                        </m:ctrlPr>
                      </m:sSubPr>
                      <m:e>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𝒎</m:t>
                            </m:r>
                            <m:r>
                              <a:rPr lang="en-US" sz="2400" b="1" i="1" noProof="1" dirty="0">
                                <a:solidFill>
                                  <a:schemeClr val="tx1">
                                    <a:lumMod val="95000"/>
                                    <a:lumOff val="5000"/>
                                  </a:schemeClr>
                                </a:solidFill>
                                <a:latin typeface="Cambria Math" panose="02040503050406030204" pitchFamily="18" charset="0"/>
                              </a:rPr>
                              <m:t>𝟐</m:t>
                            </m:r>
                          </m:sub>
                        </m:sSub>
                        <m:r>
                          <a:rPr lang="en-US" sz="2400" b="1" i="1" noProof="1" dirty="0">
                            <a:solidFill>
                              <a:schemeClr val="tx1">
                                <a:lumMod val="95000"/>
                                <a:lumOff val="5000"/>
                              </a:schemeClr>
                            </a:solidFill>
                            <a:latin typeface="Cambria Math" panose="02040503050406030204" pitchFamily="18" charset="0"/>
                          </a:rPr>
                          <m:t>𝝋</m:t>
                        </m:r>
                      </m:e>
                      <m:sub>
                        <m:r>
                          <a:rPr lang="en-US" sz="2400" b="1" i="1" noProof="1" dirty="0">
                            <a:solidFill>
                              <a:schemeClr val="tx1">
                                <a:lumMod val="95000"/>
                                <a:lumOff val="5000"/>
                              </a:schemeClr>
                            </a:solidFill>
                            <a:latin typeface="Cambria Math" panose="02040503050406030204" pitchFamily="18" charset="0"/>
                          </a:rPr>
                          <m:t>𝒎</m:t>
                        </m:r>
                        <m:r>
                          <a:rPr lang="en-US" sz="2400" b="1" i="1" noProof="1" dirty="0">
                            <a:solidFill>
                              <a:schemeClr val="tx1">
                                <a:lumMod val="95000"/>
                                <a:lumOff val="5000"/>
                              </a:schemeClr>
                            </a:solidFill>
                            <a:latin typeface="Cambria Math" panose="02040503050406030204" pitchFamily="18" charset="0"/>
                          </a:rPr>
                          <m:t>𝟐</m:t>
                        </m:r>
                      </m:sub>
                    </m:sSub>
                    <m:d>
                      <m:dPr>
                        <m:ctrlPr>
                          <a:rPr lang="en-US" sz="2400" b="1" i="1" noProof="1" dirty="0">
                            <a:solidFill>
                              <a:schemeClr val="tx1">
                                <a:lumMod val="95000"/>
                                <a:lumOff val="5000"/>
                              </a:schemeClr>
                            </a:solidFill>
                            <a:latin typeface="Cambria Math" panose="02040503050406030204" pitchFamily="18" charset="0"/>
                          </a:rPr>
                        </m:ctrlPr>
                      </m:dPr>
                      <m:e>
                        <m:r>
                          <a:rPr lang="en-US" sz="2400" b="1" i="1" noProof="1" dirty="0">
                            <a:solidFill>
                              <a:schemeClr val="tx1">
                                <a:lumMod val="95000"/>
                                <a:lumOff val="5000"/>
                              </a:schemeClr>
                            </a:solidFill>
                            <a:latin typeface="Cambria Math" panose="02040503050406030204" pitchFamily="18" charset="0"/>
                          </a:rPr>
                          <m:t>𝒌</m:t>
                        </m:r>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𝝎</m:t>
                            </m:r>
                          </m:e>
                          <m:sub>
                            <m:r>
                              <a:rPr lang="en-US" sz="2400" b="1" i="1" noProof="1" dirty="0">
                                <a:solidFill>
                                  <a:schemeClr val="tx1">
                                    <a:lumMod val="95000"/>
                                    <a:lumOff val="5000"/>
                                  </a:schemeClr>
                                </a:solidFill>
                                <a:latin typeface="Cambria Math" panose="02040503050406030204" pitchFamily="18" charset="0"/>
                              </a:rPr>
                              <m:t>𝟎</m:t>
                            </m:r>
                          </m:sub>
                        </m:sSub>
                        <m:r>
                          <a:rPr lang="en-US" sz="2400" b="1" i="1" noProof="1" dirty="0">
                            <a:solidFill>
                              <a:schemeClr val="tx1">
                                <a:lumMod val="95000"/>
                                <a:lumOff val="5000"/>
                              </a:schemeClr>
                            </a:solidFill>
                            <a:latin typeface="Cambria Math" panose="02040503050406030204" pitchFamily="18" charset="0"/>
                          </a:rPr>
                          <m:t>,</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𝜹</m:t>
                            </m:r>
                          </m:e>
                          <m:sub>
                            <m:r>
                              <a:rPr lang="en-US" sz="2400" b="1" i="1" noProof="1" dirty="0">
                                <a:solidFill>
                                  <a:schemeClr val="tx1">
                                    <a:lumMod val="95000"/>
                                    <a:lumOff val="5000"/>
                                  </a:schemeClr>
                                </a:solidFill>
                                <a:latin typeface="Cambria Math" panose="02040503050406030204" pitchFamily="18" charset="0"/>
                              </a:rPr>
                              <m:t>𝒊</m:t>
                            </m:r>
                          </m:sub>
                        </m:sSub>
                        <m:r>
                          <a:rPr lang="en-US" sz="2400" b="1" i="1" noProof="1" dirty="0">
                            <a:solidFill>
                              <a:schemeClr val="tx1">
                                <a:lumMod val="95000"/>
                                <a:lumOff val="5000"/>
                              </a:schemeClr>
                            </a:solidFill>
                            <a:latin typeface="Cambria Math" panose="02040503050406030204" pitchFamily="18" charset="0"/>
                          </a:rPr>
                          <m:t>, </m:t>
                        </m:r>
                        <m:sSub>
                          <m:sSubPr>
                            <m:ctrlPr>
                              <a:rPr lang="en-US" sz="2400" b="1" i="1" noProof="1" dirty="0">
                                <a:solidFill>
                                  <a:schemeClr val="tx1">
                                    <a:lumMod val="95000"/>
                                    <a:lumOff val="5000"/>
                                  </a:schemeClr>
                                </a:solidFill>
                                <a:latin typeface="Cambria Math" panose="02040503050406030204" pitchFamily="18" charset="0"/>
                              </a:rPr>
                            </m:ctrlPr>
                          </m:sSubPr>
                          <m:e>
                            <m:r>
                              <a:rPr lang="en-US" sz="2400" b="1" i="1" noProof="1" dirty="0">
                                <a:solidFill>
                                  <a:schemeClr val="tx1">
                                    <a:lumMod val="95000"/>
                                    <a:lumOff val="5000"/>
                                  </a:schemeClr>
                                </a:solidFill>
                                <a:latin typeface="Cambria Math" panose="02040503050406030204" pitchFamily="18" charset="0"/>
                              </a:rPr>
                              <m:t>𝒘</m:t>
                            </m:r>
                          </m:e>
                          <m:sub>
                            <m:r>
                              <a:rPr lang="en-US" sz="2400" b="1" i="1" noProof="1" dirty="0">
                                <a:solidFill>
                                  <a:schemeClr val="tx1">
                                    <a:lumMod val="95000"/>
                                    <a:lumOff val="5000"/>
                                  </a:schemeClr>
                                </a:solidFill>
                                <a:latin typeface="Cambria Math" panose="02040503050406030204" pitchFamily="18" charset="0"/>
                              </a:rPr>
                              <m:t>𝒊𝒋</m:t>
                            </m:r>
                          </m:sub>
                        </m:sSub>
                      </m:e>
                    </m:d>
                  </m:oMath>
                </a14:m>
                <a:r>
                  <a:rPr lang="en-US" sz="2400" b="1" noProof="1">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noProof="1" smtClean="0">
                    <a:solidFill>
                      <a:schemeClr val="tx1">
                        <a:lumMod val="95000"/>
                        <a:lumOff val="5000"/>
                      </a:schemeClr>
                    </a:solidFill>
                    <a:latin typeface="Times New Roman" panose="02020603050405020304" pitchFamily="18" charset="0"/>
                    <a:cs typeface="Times New Roman" panose="02020603050405020304" pitchFamily="18" charset="0"/>
                  </a:rPr>
                  <a:t>(1)                                                                                                                                                      </a:t>
                </a:r>
                <a:endParaRPr lang="en-US" sz="2400" noProof="1">
                  <a:solidFill>
                    <a:schemeClr val="tx1">
                      <a:lumMod val="95000"/>
                      <a:lumOff val="5000"/>
                    </a:schemeClr>
                  </a:solidFill>
                  <a:latin typeface="Times New Roman" panose="02020603050405020304" pitchFamily="18" charset="0"/>
                  <a:cs typeface="Times New Roman" panose="02020603050405020304" pitchFamily="18" charset="0"/>
                </a:endParaRPr>
              </a:p>
            </p:txBody>
          </p:sp>
        </mc:Choice>
        <mc:Fallback xmlns="">
          <p:sp>
            <p:nvSpPr>
              <p:cNvPr id="55" name="TextBox 54"/>
              <p:cNvSpPr txBox="1">
                <a:spLocks noRot="1" noChangeAspect="1" noMove="1" noResize="1" noEditPoints="1" noAdjustHandles="1" noChangeArrowheads="1" noChangeShapeType="1" noTextEdit="1"/>
              </p:cNvSpPr>
              <p:nvPr/>
            </p:nvSpPr>
            <p:spPr>
              <a:xfrm>
                <a:off x="13540205" y="5310730"/>
                <a:ext cx="11301879" cy="1330814"/>
              </a:xfrm>
              <a:prstGeom prst="rect">
                <a:avLst/>
              </a:prstGeom>
              <a:blipFill>
                <a:blip r:embed="rId19"/>
                <a:stretch>
                  <a:fillRect r="-83630" b="-5882"/>
                </a:stretch>
              </a:blipFill>
              <a:ln w="190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13540205" y="13521494"/>
                <a:ext cx="11301879" cy="1898148"/>
              </a:xfrm>
              <a:prstGeom prst="rect">
                <a:avLst/>
              </a:prstGeom>
              <a:solidFill>
                <a:srgbClr val="FFEEB9"/>
              </a:solidFill>
              <a:ln w="1905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tx1">
                              <a:lumMod val="95000"/>
                              <a:lumOff val="5000"/>
                            </a:schemeClr>
                          </a:solidFill>
                          <a:latin typeface="Cambria Math" panose="02040503050406030204" pitchFamily="18" charset="0"/>
                        </a:rPr>
                        <m:t>𝑨</m:t>
                      </m:r>
                      <m:d>
                        <m:dPr>
                          <m:ctrlPr>
                            <a:rPr lang="en-US" sz="2000" b="1" i="1">
                              <a:solidFill>
                                <a:schemeClr val="tx1">
                                  <a:lumMod val="95000"/>
                                  <a:lumOff val="5000"/>
                                </a:schemeClr>
                              </a:solidFill>
                              <a:latin typeface="Cambria Math" panose="02040503050406030204" pitchFamily="18" charset="0"/>
                            </a:rPr>
                          </m:ctrlPr>
                        </m:dPr>
                        <m:e>
                          <m:r>
                            <a:rPr lang="en-US" sz="2000" b="1" i="1">
                              <a:solidFill>
                                <a:schemeClr val="tx1">
                                  <a:lumMod val="95000"/>
                                  <a:lumOff val="5000"/>
                                </a:schemeClr>
                              </a:solidFill>
                              <a:latin typeface="Cambria Math" panose="02040503050406030204" pitchFamily="18" charset="0"/>
                            </a:rPr>
                            <m:t>𝜽</m:t>
                          </m:r>
                        </m:e>
                      </m:d>
                      <m:r>
                        <a:rPr lang="en-US" sz="2000" b="1" i="1">
                          <a:solidFill>
                            <a:schemeClr val="tx1">
                              <a:lumMod val="95000"/>
                              <a:lumOff val="5000"/>
                            </a:schemeClr>
                          </a:solidFill>
                          <a:latin typeface="Cambria Math" panose="02040503050406030204" pitchFamily="18" charset="0"/>
                        </a:rPr>
                        <m:t>=</m:t>
                      </m:r>
                      <m:rad>
                        <m:radPr>
                          <m:degHide m:val="on"/>
                          <m:ctrlPr>
                            <a:rPr lang="en-US" sz="2000" b="1" i="1">
                              <a:solidFill>
                                <a:schemeClr val="tx1">
                                  <a:lumMod val="95000"/>
                                  <a:lumOff val="5000"/>
                                </a:schemeClr>
                              </a:solidFill>
                              <a:latin typeface="Cambria Math" panose="02040503050406030204" pitchFamily="18" charset="0"/>
                            </a:rPr>
                          </m:ctrlPr>
                        </m:radPr>
                        <m:deg/>
                        <m:e>
                          <m:sSup>
                            <m:sSupPr>
                              <m:ctrlPr>
                                <a:rPr lang="en-US" sz="2000" b="1" i="1">
                                  <a:solidFill>
                                    <a:schemeClr val="tx1">
                                      <a:lumMod val="95000"/>
                                      <a:lumOff val="5000"/>
                                    </a:schemeClr>
                                  </a:solidFill>
                                  <a:latin typeface="Cambria Math" panose="02040503050406030204" pitchFamily="18" charset="0"/>
                                </a:rPr>
                              </m:ctrlPr>
                            </m:sSupPr>
                            <m:e>
                              <m:d>
                                <m:dPr>
                                  <m:begChr m:val="["/>
                                  <m:endChr m:val="]"/>
                                  <m:ctrlPr>
                                    <a:rPr lang="en-US" sz="2000" b="1" i="1">
                                      <a:solidFill>
                                        <a:schemeClr val="tx1">
                                          <a:lumMod val="95000"/>
                                          <a:lumOff val="5000"/>
                                        </a:schemeClr>
                                      </a:solidFill>
                                      <a:latin typeface="Cambria Math" panose="02040503050406030204" pitchFamily="18" charset="0"/>
                                    </a:rPr>
                                  </m:ctrlPr>
                                </m:dPr>
                                <m:e>
                                  <m:r>
                                    <a:rPr lang="en-US" sz="2000" b="1" i="1">
                                      <a:solidFill>
                                        <a:schemeClr val="tx1">
                                          <a:lumMod val="95000"/>
                                          <a:lumOff val="5000"/>
                                        </a:schemeClr>
                                      </a:solidFill>
                                      <a:latin typeface="Cambria Math" panose="02040503050406030204" pitchFamily="18" charset="0"/>
                                    </a:rPr>
                                    <m:t>𝟏</m:t>
                                  </m:r>
                                  <m:r>
                                    <a:rPr lang="en-US" sz="2000" b="1" i="1">
                                      <a:solidFill>
                                        <a:schemeClr val="tx1">
                                          <a:lumMod val="95000"/>
                                          <a:lumOff val="5000"/>
                                        </a:schemeClr>
                                      </a:solidFill>
                                      <a:latin typeface="Cambria Math" panose="02040503050406030204" pitchFamily="18" charset="0"/>
                                    </a:rPr>
                                    <m:t>−</m:t>
                                  </m:r>
                                  <m:nary>
                                    <m:naryPr>
                                      <m:chr m:val="∑"/>
                                      <m:ctrlPr>
                                        <a:rPr lang="en-US" sz="2000" b="1" i="1">
                                          <a:solidFill>
                                            <a:schemeClr val="tx1">
                                              <a:lumMod val="95000"/>
                                              <a:lumOff val="5000"/>
                                            </a:schemeClr>
                                          </a:solidFill>
                                          <a:latin typeface="Cambria Math" panose="02040503050406030204" pitchFamily="18" charset="0"/>
                                        </a:rPr>
                                      </m:ctrlPr>
                                    </m:naryPr>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𝟏</m:t>
                                      </m:r>
                                    </m:sub>
                                    <m:sup>
                                      <m:r>
                                        <a:rPr lang="en-US" sz="2000" b="1" i="1">
                                          <a:solidFill>
                                            <a:schemeClr val="tx1">
                                              <a:lumMod val="95000"/>
                                              <a:lumOff val="5000"/>
                                            </a:schemeClr>
                                          </a:solidFill>
                                          <a:latin typeface="Cambria Math" panose="02040503050406030204" pitchFamily="18" charset="0"/>
                                        </a:rPr>
                                        <m:t>𝒎</m:t>
                                      </m:r>
                                    </m:sup>
                                    <m:e>
                                      <m:d>
                                        <m:dPr>
                                          <m:begChr m:val="["/>
                                          <m:endChr m:val="]"/>
                                          <m:ctrlPr>
                                            <a:rPr lang="en-US" sz="2000" b="1" i="1">
                                              <a:solidFill>
                                                <a:schemeClr val="tx1">
                                                  <a:lumMod val="95000"/>
                                                  <a:lumOff val="5000"/>
                                                </a:schemeClr>
                                              </a:solidFill>
                                              <a:latin typeface="Cambria Math" panose="02040503050406030204" pitchFamily="18" charset="0"/>
                                            </a:rPr>
                                          </m:ctrlPr>
                                        </m:dPr>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𝒘</m:t>
                                              </m:r>
                                            </m:e>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𝟏</m:t>
                                              </m:r>
                                            </m:sub>
                                          </m:sSub>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𝝎</m:t>
                                              </m:r>
                                            </m:e>
                                            <m:sub>
                                              <m:r>
                                                <a:rPr lang="en-US" sz="2000" b="1" i="1">
                                                  <a:solidFill>
                                                    <a:schemeClr val="tx1">
                                                      <a:lumMod val="95000"/>
                                                      <a:lumOff val="5000"/>
                                                    </a:schemeClr>
                                                  </a:solidFill>
                                                  <a:latin typeface="Cambria Math" panose="02040503050406030204" pitchFamily="18" charset="0"/>
                                                </a:rPr>
                                                <m:t>𝟎</m:t>
                                              </m:r>
                                            </m:sub>
                                          </m:sSub>
                                          <m:r>
                                            <a:rPr lang="en-US" sz="2000" b="1" i="1">
                                              <a:solidFill>
                                                <a:schemeClr val="tx1">
                                                  <a:lumMod val="95000"/>
                                                  <a:lumOff val="5000"/>
                                                </a:schemeClr>
                                              </a:solidFill>
                                              <a:latin typeface="Cambria Math" panose="02040503050406030204" pitchFamily="18" charset="0"/>
                                            </a:rPr>
                                            <m:t>.</m:t>
                                          </m:r>
                                          <m:func>
                                            <m:funcPr>
                                              <m:ctrlPr>
                                                <a:rPr lang="en-US" sz="2000" b="1" i="1">
                                                  <a:solidFill>
                                                    <a:schemeClr val="tx1">
                                                      <a:lumMod val="95000"/>
                                                      <a:lumOff val="5000"/>
                                                    </a:schemeClr>
                                                  </a:solidFill>
                                                  <a:latin typeface="Cambria Math" panose="02040503050406030204" pitchFamily="18" charset="0"/>
                                                </a:rPr>
                                              </m:ctrlPr>
                                            </m:funcPr>
                                            <m:fName>
                                              <m:r>
                                                <a:rPr lang="en-US" sz="2000" b="1" i="1">
                                                  <a:solidFill>
                                                    <a:schemeClr val="tx1">
                                                      <a:lumMod val="95000"/>
                                                      <a:lumOff val="5000"/>
                                                    </a:schemeClr>
                                                  </a:solidFill>
                                                  <a:latin typeface="Cambria Math" panose="02040503050406030204" pitchFamily="18" charset="0"/>
                                                </a:rPr>
                                                <m:t>𝒄𝒐𝒔</m:t>
                                              </m:r>
                                            </m:fName>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𝜹</m:t>
                                                  </m:r>
                                                </m:e>
                                                <m:sub>
                                                  <m:r>
                                                    <a:rPr lang="en-US" sz="2000" b="1" i="1">
                                                      <a:solidFill>
                                                        <a:schemeClr val="tx1">
                                                          <a:lumMod val="95000"/>
                                                          <a:lumOff val="5000"/>
                                                        </a:schemeClr>
                                                      </a:solidFill>
                                                      <a:latin typeface="Cambria Math" panose="02040503050406030204" pitchFamily="18" charset="0"/>
                                                    </a:rPr>
                                                    <m:t>𝒊</m:t>
                                                  </m:r>
                                                </m:sub>
                                              </m:sSub>
                                            </m:e>
                                          </m:func>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𝑾</m:t>
                                              </m:r>
                                            </m:e>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𝟐</m:t>
                                              </m:r>
                                            </m:sub>
                                          </m:sSub>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𝝎</m:t>
                                              </m:r>
                                            </m:e>
                                            <m:sub>
                                              <m:r>
                                                <a:rPr lang="en-US" sz="2000" b="1" i="1">
                                                  <a:solidFill>
                                                    <a:schemeClr val="tx1">
                                                      <a:lumMod val="95000"/>
                                                      <a:lumOff val="5000"/>
                                                    </a:schemeClr>
                                                  </a:solidFill>
                                                  <a:latin typeface="Cambria Math" panose="02040503050406030204" pitchFamily="18" charset="0"/>
                                                </a:rPr>
                                                <m:t>𝟎</m:t>
                                              </m:r>
                                            </m:sub>
                                          </m:sSub>
                                          <m:r>
                                            <a:rPr lang="en-US" sz="2000" b="1" i="1">
                                              <a:solidFill>
                                                <a:schemeClr val="tx1">
                                                  <a:lumMod val="95000"/>
                                                  <a:lumOff val="5000"/>
                                                </a:schemeClr>
                                              </a:solidFill>
                                              <a:latin typeface="Cambria Math" panose="02040503050406030204" pitchFamily="18" charset="0"/>
                                            </a:rPr>
                                            <m:t>.</m:t>
                                          </m:r>
                                          <m:func>
                                            <m:funcPr>
                                              <m:ctrlPr>
                                                <a:rPr lang="en-US" sz="2000" b="1" i="1">
                                                  <a:solidFill>
                                                    <a:schemeClr val="tx1">
                                                      <a:lumMod val="95000"/>
                                                      <a:lumOff val="5000"/>
                                                    </a:schemeClr>
                                                  </a:solidFill>
                                                  <a:latin typeface="Cambria Math" panose="02040503050406030204" pitchFamily="18" charset="0"/>
                                                </a:rPr>
                                              </m:ctrlPr>
                                            </m:funcPr>
                                            <m:fName>
                                              <m:r>
                                                <a:rPr lang="en-US" sz="2000" b="1" i="1">
                                                  <a:solidFill>
                                                    <a:schemeClr val="tx1">
                                                      <a:lumMod val="95000"/>
                                                      <a:lumOff val="5000"/>
                                                    </a:schemeClr>
                                                  </a:solidFill>
                                                  <a:latin typeface="Cambria Math" panose="02040503050406030204" pitchFamily="18" charset="0"/>
                                                </a:rPr>
                                                <m:t>𝒔𝒊𝒏</m:t>
                                              </m:r>
                                            </m:fName>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𝜹</m:t>
                                                  </m:r>
                                                </m:e>
                                                <m:sub>
                                                  <m:r>
                                                    <a:rPr lang="en-US" sz="2000" b="1" i="1">
                                                      <a:solidFill>
                                                        <a:schemeClr val="tx1">
                                                          <a:lumMod val="95000"/>
                                                          <a:lumOff val="5000"/>
                                                        </a:schemeClr>
                                                      </a:solidFill>
                                                      <a:latin typeface="Cambria Math" panose="02040503050406030204" pitchFamily="18" charset="0"/>
                                                    </a:rPr>
                                                    <m:t>𝒊</m:t>
                                                  </m:r>
                                                </m:sub>
                                              </m:sSub>
                                            </m:e>
                                          </m:func>
                                        </m:e>
                                      </m:d>
                                    </m:e>
                                  </m:nary>
                                </m:e>
                              </m:d>
                            </m:e>
                            <m:sup>
                              <m:r>
                                <a:rPr lang="en-US" sz="2000" b="1" i="1">
                                  <a:solidFill>
                                    <a:schemeClr val="tx1">
                                      <a:lumMod val="95000"/>
                                      <a:lumOff val="5000"/>
                                    </a:schemeClr>
                                  </a:solidFill>
                                  <a:latin typeface="Cambria Math" panose="02040503050406030204" pitchFamily="18" charset="0"/>
                                </a:rPr>
                                <m:t>𝟐</m:t>
                              </m:r>
                            </m:sup>
                          </m:sSup>
                          <m:r>
                            <a:rPr lang="en-US" sz="2000" b="1" i="1">
                              <a:solidFill>
                                <a:schemeClr val="tx1">
                                  <a:lumMod val="95000"/>
                                  <a:lumOff val="5000"/>
                                </a:schemeClr>
                              </a:solidFill>
                              <a:latin typeface="Cambria Math" panose="02040503050406030204" pitchFamily="18" charset="0"/>
                            </a:rPr>
                            <m:t>+</m:t>
                          </m:r>
                          <m:sSup>
                            <m:sSupPr>
                              <m:ctrlPr>
                                <a:rPr lang="en-US" sz="2000" b="1" i="1">
                                  <a:solidFill>
                                    <a:schemeClr val="tx1">
                                      <a:lumMod val="95000"/>
                                      <a:lumOff val="5000"/>
                                    </a:schemeClr>
                                  </a:solidFill>
                                  <a:latin typeface="Cambria Math" panose="02040503050406030204" pitchFamily="18" charset="0"/>
                                </a:rPr>
                              </m:ctrlPr>
                            </m:sSupPr>
                            <m:e>
                              <m:d>
                                <m:dPr>
                                  <m:begChr m:val="["/>
                                  <m:endChr m:val="]"/>
                                  <m:ctrlPr>
                                    <a:rPr lang="en-US" sz="2000" b="1" i="1">
                                      <a:solidFill>
                                        <a:schemeClr val="tx1">
                                          <a:lumMod val="95000"/>
                                          <a:lumOff val="5000"/>
                                        </a:schemeClr>
                                      </a:solidFill>
                                      <a:latin typeface="Cambria Math" panose="02040503050406030204" pitchFamily="18" charset="0"/>
                                    </a:rPr>
                                  </m:ctrlPr>
                                </m:dPr>
                                <m:e>
                                  <m:nary>
                                    <m:naryPr>
                                      <m:chr m:val="∑"/>
                                      <m:ctrlPr>
                                        <a:rPr lang="en-US" sz="2000" b="1" i="1">
                                          <a:solidFill>
                                            <a:schemeClr val="tx1">
                                              <a:lumMod val="95000"/>
                                              <a:lumOff val="5000"/>
                                            </a:schemeClr>
                                          </a:solidFill>
                                          <a:latin typeface="Cambria Math" panose="02040503050406030204" pitchFamily="18" charset="0"/>
                                        </a:rPr>
                                      </m:ctrlPr>
                                    </m:naryPr>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𝟎</m:t>
                                      </m:r>
                                    </m:sub>
                                    <m:sup>
                                      <m:r>
                                        <a:rPr lang="en-US" sz="2000" b="1" i="1">
                                          <a:solidFill>
                                            <a:schemeClr val="tx1">
                                              <a:lumMod val="95000"/>
                                              <a:lumOff val="5000"/>
                                            </a:schemeClr>
                                          </a:solidFill>
                                          <a:latin typeface="Cambria Math" panose="02040503050406030204" pitchFamily="18" charset="0"/>
                                        </a:rPr>
                                        <m:t>𝒎</m:t>
                                      </m:r>
                                    </m:sup>
                                    <m:e>
                                      <m:d>
                                        <m:dPr>
                                          <m:begChr m:val="["/>
                                          <m:endChr m:val="]"/>
                                          <m:ctrlPr>
                                            <a:rPr lang="en-US" sz="2000" b="1" i="1">
                                              <a:solidFill>
                                                <a:schemeClr val="tx1">
                                                  <a:lumMod val="95000"/>
                                                  <a:lumOff val="5000"/>
                                                </a:schemeClr>
                                              </a:solidFill>
                                              <a:latin typeface="Cambria Math" panose="02040503050406030204" pitchFamily="18" charset="0"/>
                                            </a:rPr>
                                          </m:ctrlPr>
                                        </m:dPr>
                                        <m:e>
                                          <m:d>
                                            <m:dPr>
                                              <m:begChr m:val="["/>
                                              <m:endChr m:val="]"/>
                                              <m:ctrlPr>
                                                <a:rPr lang="en-US" sz="2000" b="1" i="1">
                                                  <a:solidFill>
                                                    <a:schemeClr val="tx1">
                                                      <a:lumMod val="95000"/>
                                                      <a:lumOff val="5000"/>
                                                    </a:schemeClr>
                                                  </a:solidFill>
                                                  <a:latin typeface="Cambria Math" panose="02040503050406030204" pitchFamily="18" charset="0"/>
                                                </a:rPr>
                                              </m:ctrlPr>
                                            </m:dPr>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𝒘</m:t>
                                                  </m:r>
                                                </m:e>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𝟏</m:t>
                                                  </m:r>
                                                </m:sub>
                                              </m:sSub>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𝝎</m:t>
                                                  </m:r>
                                                </m:e>
                                                <m:sub>
                                                  <m:r>
                                                    <a:rPr lang="en-US" sz="2000" b="1" i="1">
                                                      <a:solidFill>
                                                        <a:schemeClr val="tx1">
                                                          <a:lumMod val="95000"/>
                                                          <a:lumOff val="5000"/>
                                                        </a:schemeClr>
                                                      </a:solidFill>
                                                      <a:latin typeface="Cambria Math" panose="02040503050406030204" pitchFamily="18" charset="0"/>
                                                    </a:rPr>
                                                    <m:t>𝟎</m:t>
                                                  </m:r>
                                                </m:sub>
                                              </m:sSub>
                                              <m:r>
                                                <a:rPr lang="en-US" sz="2000" b="1" i="1">
                                                  <a:solidFill>
                                                    <a:schemeClr val="tx1">
                                                      <a:lumMod val="95000"/>
                                                      <a:lumOff val="5000"/>
                                                    </a:schemeClr>
                                                  </a:solidFill>
                                                  <a:latin typeface="Cambria Math" panose="02040503050406030204" pitchFamily="18" charset="0"/>
                                                </a:rPr>
                                                <m:t>.</m:t>
                                              </m:r>
                                              <m:func>
                                                <m:funcPr>
                                                  <m:ctrlPr>
                                                    <a:rPr lang="en-US" sz="2000" b="1" i="1">
                                                      <a:solidFill>
                                                        <a:schemeClr val="tx1">
                                                          <a:lumMod val="95000"/>
                                                          <a:lumOff val="5000"/>
                                                        </a:schemeClr>
                                                      </a:solidFill>
                                                      <a:latin typeface="Cambria Math" panose="02040503050406030204" pitchFamily="18" charset="0"/>
                                                    </a:rPr>
                                                  </m:ctrlPr>
                                                </m:funcPr>
                                                <m:fName>
                                                  <m:r>
                                                    <a:rPr lang="en-US" sz="2000" b="1" i="1">
                                                      <a:solidFill>
                                                        <a:schemeClr val="tx1">
                                                          <a:lumMod val="95000"/>
                                                          <a:lumOff val="5000"/>
                                                        </a:schemeClr>
                                                      </a:solidFill>
                                                      <a:latin typeface="Cambria Math" panose="02040503050406030204" pitchFamily="18" charset="0"/>
                                                    </a:rPr>
                                                    <m:t>𝒔𝒊𝒏</m:t>
                                                  </m:r>
                                                </m:fName>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𝜹</m:t>
                                                      </m:r>
                                                    </m:e>
                                                    <m:sub>
                                                      <m:r>
                                                        <a:rPr lang="en-US" sz="2000" b="1" i="1">
                                                          <a:solidFill>
                                                            <a:schemeClr val="tx1">
                                                              <a:lumMod val="95000"/>
                                                              <a:lumOff val="5000"/>
                                                            </a:schemeClr>
                                                          </a:solidFill>
                                                          <a:latin typeface="Cambria Math" panose="02040503050406030204" pitchFamily="18" charset="0"/>
                                                        </a:rPr>
                                                        <m:t>𝒊</m:t>
                                                      </m:r>
                                                    </m:sub>
                                                  </m:sSub>
                                                </m:e>
                                              </m:func>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𝑾</m:t>
                                                  </m:r>
                                                </m:e>
                                                <m:sub>
                                                  <m:r>
                                                    <a:rPr lang="en-US" sz="2000" b="1" i="1">
                                                      <a:solidFill>
                                                        <a:schemeClr val="tx1">
                                                          <a:lumMod val="95000"/>
                                                          <a:lumOff val="5000"/>
                                                        </a:schemeClr>
                                                      </a:solidFill>
                                                      <a:latin typeface="Cambria Math" panose="02040503050406030204" pitchFamily="18" charset="0"/>
                                                    </a:rPr>
                                                    <m:t>𝒊</m:t>
                                                  </m:r>
                                                  <m:r>
                                                    <a:rPr lang="en-US" sz="2000" b="1" i="1">
                                                      <a:solidFill>
                                                        <a:schemeClr val="tx1">
                                                          <a:lumMod val="95000"/>
                                                          <a:lumOff val="5000"/>
                                                        </a:schemeClr>
                                                      </a:solidFill>
                                                      <a:latin typeface="Cambria Math" panose="02040503050406030204" pitchFamily="18" charset="0"/>
                                                    </a:rPr>
                                                    <m:t>,</m:t>
                                                  </m:r>
                                                  <m:r>
                                                    <a:rPr lang="en-US" sz="2000" b="1" i="1">
                                                      <a:solidFill>
                                                        <a:schemeClr val="tx1">
                                                          <a:lumMod val="95000"/>
                                                          <a:lumOff val="5000"/>
                                                        </a:schemeClr>
                                                      </a:solidFill>
                                                      <a:latin typeface="Cambria Math" panose="02040503050406030204" pitchFamily="18" charset="0"/>
                                                    </a:rPr>
                                                    <m:t>𝟐</m:t>
                                                  </m:r>
                                                </m:sub>
                                              </m:sSub>
                                              <m:r>
                                                <a:rPr lang="en-US" sz="2000" b="1" i="1">
                                                  <a:solidFill>
                                                    <a:schemeClr val="tx1">
                                                      <a:lumMod val="95000"/>
                                                      <a:lumOff val="5000"/>
                                                    </a:schemeClr>
                                                  </a:solidFill>
                                                  <a:latin typeface="Cambria Math" panose="02040503050406030204" pitchFamily="18" charset="0"/>
                                                </a:rPr>
                                                <m:t>⋅</m:t>
                                              </m:r>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𝝎</m:t>
                                                  </m:r>
                                                </m:e>
                                                <m:sub>
                                                  <m:r>
                                                    <a:rPr lang="en-US" sz="2000" b="1" i="1">
                                                      <a:solidFill>
                                                        <a:schemeClr val="tx1">
                                                          <a:lumMod val="95000"/>
                                                          <a:lumOff val="5000"/>
                                                        </a:schemeClr>
                                                      </a:solidFill>
                                                      <a:latin typeface="Cambria Math" panose="02040503050406030204" pitchFamily="18" charset="0"/>
                                                    </a:rPr>
                                                    <m:t>𝟎</m:t>
                                                  </m:r>
                                                </m:sub>
                                              </m:sSub>
                                              <m:r>
                                                <a:rPr lang="en-US" sz="2000" b="1" i="1">
                                                  <a:solidFill>
                                                    <a:schemeClr val="tx1">
                                                      <a:lumMod val="95000"/>
                                                      <a:lumOff val="5000"/>
                                                    </a:schemeClr>
                                                  </a:solidFill>
                                                  <a:latin typeface="Cambria Math" panose="02040503050406030204" pitchFamily="18" charset="0"/>
                                                </a:rPr>
                                                <m:t>.</m:t>
                                              </m:r>
                                              <m:func>
                                                <m:funcPr>
                                                  <m:ctrlPr>
                                                    <a:rPr lang="en-US" sz="2000" b="1" i="1">
                                                      <a:solidFill>
                                                        <a:schemeClr val="tx1">
                                                          <a:lumMod val="95000"/>
                                                          <a:lumOff val="5000"/>
                                                        </a:schemeClr>
                                                      </a:solidFill>
                                                      <a:latin typeface="Cambria Math" panose="02040503050406030204" pitchFamily="18" charset="0"/>
                                                    </a:rPr>
                                                  </m:ctrlPr>
                                                </m:funcPr>
                                                <m:fName>
                                                  <m:r>
                                                    <a:rPr lang="en-US" sz="2000" b="1" i="1">
                                                      <a:solidFill>
                                                        <a:schemeClr val="tx1">
                                                          <a:lumMod val="95000"/>
                                                          <a:lumOff val="5000"/>
                                                        </a:schemeClr>
                                                      </a:solidFill>
                                                      <a:latin typeface="Cambria Math" panose="02040503050406030204" pitchFamily="18" charset="0"/>
                                                    </a:rPr>
                                                    <m:t>𝒄𝒐𝒔</m:t>
                                                  </m:r>
                                                </m:fName>
                                                <m:e>
                                                  <m:sSub>
                                                    <m:sSubPr>
                                                      <m:ctrlPr>
                                                        <a:rPr lang="en-US" sz="2000" b="1" i="1">
                                                          <a:solidFill>
                                                            <a:schemeClr val="tx1">
                                                              <a:lumMod val="95000"/>
                                                              <a:lumOff val="5000"/>
                                                            </a:schemeClr>
                                                          </a:solidFill>
                                                          <a:latin typeface="Cambria Math" panose="02040503050406030204" pitchFamily="18" charset="0"/>
                                                        </a:rPr>
                                                      </m:ctrlPr>
                                                    </m:sSubPr>
                                                    <m:e>
                                                      <m:r>
                                                        <a:rPr lang="en-US" sz="2000" b="1" i="1">
                                                          <a:solidFill>
                                                            <a:schemeClr val="tx1">
                                                              <a:lumMod val="95000"/>
                                                              <a:lumOff val="5000"/>
                                                            </a:schemeClr>
                                                          </a:solidFill>
                                                          <a:latin typeface="Cambria Math" panose="02040503050406030204" pitchFamily="18" charset="0"/>
                                                        </a:rPr>
                                                        <m:t>𝜹</m:t>
                                                      </m:r>
                                                    </m:e>
                                                    <m:sub>
                                                      <m:r>
                                                        <a:rPr lang="en-US" sz="2000" b="1" i="1">
                                                          <a:solidFill>
                                                            <a:schemeClr val="tx1">
                                                              <a:lumMod val="95000"/>
                                                              <a:lumOff val="5000"/>
                                                            </a:schemeClr>
                                                          </a:solidFill>
                                                          <a:latin typeface="Cambria Math" panose="02040503050406030204" pitchFamily="18" charset="0"/>
                                                        </a:rPr>
                                                        <m:t>𝒊</m:t>
                                                      </m:r>
                                                    </m:sub>
                                                  </m:sSub>
                                                </m:e>
                                              </m:func>
                                            </m:e>
                                          </m:d>
                                        </m:e>
                                      </m:d>
                                    </m:e>
                                  </m:nary>
                                </m:e>
                              </m:d>
                            </m:e>
                            <m:sup>
                              <m:r>
                                <a:rPr lang="en-US" sz="2000" b="1" i="1">
                                  <a:solidFill>
                                    <a:schemeClr val="tx1">
                                      <a:lumMod val="95000"/>
                                      <a:lumOff val="5000"/>
                                    </a:schemeClr>
                                  </a:solidFill>
                                  <a:latin typeface="Cambria Math" panose="02040503050406030204" pitchFamily="18" charset="0"/>
                                </a:rPr>
                                <m:t>𝟐</m:t>
                              </m:r>
                            </m:sup>
                          </m:sSup>
                        </m:e>
                      </m:rad>
                      <m:r>
                        <a:rPr lang="en-US" sz="2000" b="1">
                          <a:solidFill>
                            <a:schemeClr val="tx1">
                              <a:lumMod val="95000"/>
                              <a:lumOff val="5000"/>
                            </a:schemeClr>
                          </a:solidFill>
                          <a:latin typeface="Cambria Math" panose="02040503050406030204" pitchFamily="18" charset="0"/>
                        </a:rPr>
                        <m:t>(</m:t>
                      </m:r>
                      <m:r>
                        <a:rPr lang="en-US" sz="2000" b="1">
                          <a:solidFill>
                            <a:schemeClr val="tx1">
                              <a:lumMod val="95000"/>
                              <a:lumOff val="5000"/>
                            </a:schemeClr>
                          </a:solidFill>
                          <a:latin typeface="Cambria Math" panose="02040503050406030204" pitchFamily="18" charset="0"/>
                        </a:rPr>
                        <m:t>𝟒</m:t>
                      </m:r>
                      <m:r>
                        <a:rPr lang="en-US" sz="2000" b="1">
                          <a:solidFill>
                            <a:schemeClr val="tx1">
                              <a:lumMod val="95000"/>
                              <a:lumOff val="5000"/>
                            </a:schemeClr>
                          </a:solidFill>
                          <a:latin typeface="Cambria Math" panose="02040503050406030204" pitchFamily="18" charset="0"/>
                        </a:rPr>
                        <m:t>)</m:t>
                      </m:r>
                    </m:oMath>
                  </m:oMathPara>
                </a14:m>
                <a:endParaRPr 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sz="2000" dirty="0">
                  <a:solidFill>
                    <a:schemeClr val="tx1">
                      <a:lumMod val="95000"/>
                      <a:lumOff val="5000"/>
                    </a:schemeClr>
                  </a:solidFill>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13540205" y="13521494"/>
                <a:ext cx="11301879" cy="1898148"/>
              </a:xfrm>
              <a:prstGeom prst="rect">
                <a:avLst/>
              </a:prstGeom>
              <a:blipFill>
                <a:blip r:embed="rId20"/>
                <a:stretch>
                  <a:fillRect/>
                </a:stretch>
              </a:blipFill>
              <a:ln w="19050">
                <a:solidFill>
                  <a:schemeClr val="tx1"/>
                </a:solidFill>
              </a:ln>
            </p:spPr>
            <p:txBody>
              <a:bodyPr/>
              <a:lstStyle/>
              <a:p>
                <a:r>
                  <a:rPr lang="en-US">
                    <a:noFill/>
                  </a:rPr>
                  <a:t> </a:t>
                </a:r>
              </a:p>
            </p:txBody>
          </p:sp>
        </mc:Fallback>
      </mc:AlternateContent>
      <p:pic>
        <p:nvPicPr>
          <p:cNvPr id="57" name="Picture 56"/>
          <p:cNvPicPr/>
          <p:nvPr/>
        </p:nvPicPr>
        <p:blipFill rotWithShape="1">
          <a:blip r:embed="rId21">
            <a:extLst>
              <a:ext uri="{28A0092B-C50C-407E-A947-70E740481C1C}">
                <a14:useLocalDpi xmlns:a14="http://schemas.microsoft.com/office/drawing/2010/main" val="0"/>
              </a:ext>
            </a:extLst>
          </a:blip>
          <a:srcRect l="20024" t="7063" r="17902" b="10658"/>
          <a:stretch/>
        </p:blipFill>
        <p:spPr bwMode="auto">
          <a:xfrm>
            <a:off x="13671388" y="17171233"/>
            <a:ext cx="3883796" cy="3761485"/>
          </a:xfrm>
          <a:prstGeom prst="rect">
            <a:avLst/>
          </a:prstGeom>
          <a:noFill/>
          <a:ln>
            <a:noFill/>
          </a:ln>
          <a:extLst>
            <a:ext uri="{53640926-AAD7-44D8-BBD7-CCE9431645EC}">
              <a14:shadowObscured xmlns:a14="http://schemas.microsoft.com/office/drawing/2010/main"/>
            </a:ext>
          </a:extLst>
        </p:spPr>
      </p:pic>
      <p:sp>
        <p:nvSpPr>
          <p:cNvPr id="39" name="Google Shape;206;g32ac60abedf_0_104"/>
          <p:cNvSpPr/>
          <p:nvPr/>
        </p:nvSpPr>
        <p:spPr>
          <a:xfrm>
            <a:off x="13561808" y="15910592"/>
            <a:ext cx="11485501" cy="699358"/>
          </a:xfrm>
          <a:prstGeom prst="roundRect">
            <a:avLst>
              <a:gd name="adj" fmla="val 34319"/>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5</a:t>
            </a:r>
            <a:r>
              <a:rPr lang="en-US" sz="4629" dirty="0" smtClean="0">
                <a:solidFill>
                  <a:schemeClr val="lt1"/>
                </a:solidFill>
                <a:latin typeface="Times New Roman"/>
                <a:ea typeface="Times New Roman"/>
                <a:cs typeface="Times New Roman"/>
                <a:sym typeface="Times New Roman"/>
              </a:rPr>
              <a:t>.  </a:t>
            </a:r>
            <a:r>
              <a:rPr lang="en-US" sz="4629" dirty="0">
                <a:solidFill>
                  <a:schemeClr val="lt1"/>
                </a:solidFill>
                <a:latin typeface="Times New Roman"/>
                <a:ea typeface="Times New Roman"/>
                <a:cs typeface="Times New Roman"/>
                <a:sym typeface="Times New Roman"/>
              </a:rPr>
              <a:t>Results</a:t>
            </a:r>
            <a:endParaRPr dirty="0"/>
          </a:p>
        </p:txBody>
      </p:sp>
      <p:sp>
        <p:nvSpPr>
          <p:cNvPr id="40" name="Google Shape;212;g32ac60abedf_0_104"/>
          <p:cNvSpPr/>
          <p:nvPr/>
        </p:nvSpPr>
        <p:spPr>
          <a:xfrm>
            <a:off x="13561809" y="28467417"/>
            <a:ext cx="11485500" cy="749790"/>
          </a:xfrm>
          <a:prstGeom prst="roundRect">
            <a:avLst>
              <a:gd name="adj" fmla="val 34319"/>
            </a:avLst>
          </a:prstGeom>
          <a:solidFill>
            <a:srgbClr val="7030A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629" dirty="0">
                <a:solidFill>
                  <a:schemeClr val="lt1"/>
                </a:solidFill>
                <a:latin typeface="Times New Roman"/>
                <a:ea typeface="Times New Roman"/>
                <a:cs typeface="Times New Roman"/>
                <a:sym typeface="Times New Roman"/>
              </a:rPr>
              <a:t>6</a:t>
            </a:r>
            <a:r>
              <a:rPr lang="en-US" sz="4629" dirty="0" smtClean="0">
                <a:solidFill>
                  <a:schemeClr val="lt1"/>
                </a:solidFill>
                <a:latin typeface="Times New Roman"/>
                <a:ea typeface="Times New Roman"/>
                <a:cs typeface="Times New Roman"/>
                <a:sym typeface="Times New Roman"/>
              </a:rPr>
              <a:t>.  </a:t>
            </a:r>
            <a:r>
              <a:rPr lang="en-US" sz="4629" dirty="0">
                <a:solidFill>
                  <a:schemeClr val="lt1"/>
                </a:solidFill>
                <a:latin typeface="Times New Roman"/>
                <a:ea typeface="Times New Roman"/>
                <a:cs typeface="Times New Roman"/>
                <a:sym typeface="Times New Roman"/>
              </a:rPr>
              <a:t>References</a:t>
            </a:r>
            <a:endParaRPr dirty="0"/>
          </a:p>
        </p:txBody>
      </p:sp>
      <p:sp>
        <p:nvSpPr>
          <p:cNvPr id="44" name="Google Shape;216;g32ac60abedf_0_104"/>
          <p:cNvSpPr txBox="1"/>
          <p:nvPr/>
        </p:nvSpPr>
        <p:spPr>
          <a:xfrm>
            <a:off x="11109960" y="2400259"/>
            <a:ext cx="13732124" cy="107717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3200" noProof="1" smtClean="0">
                <a:solidFill>
                  <a:schemeClr val="lt1"/>
                </a:solidFill>
                <a:latin typeface="Times New Roman"/>
                <a:ea typeface="Times New Roman"/>
                <a:cs typeface="Times New Roman"/>
                <a:sym typeface="Times New Roman"/>
              </a:rPr>
              <a:t>Dep</a:t>
            </a:r>
            <a:r>
              <a:rPr lang="en-US" sz="3200" noProof="1" smtClean="0">
                <a:solidFill>
                  <a:schemeClr val="lt1"/>
                </a:solidFill>
                <a:latin typeface="Times New Roman"/>
                <a:ea typeface="Times New Roman"/>
                <a:cs typeface="Times New Roman"/>
                <a:sym typeface="Times New Roman"/>
              </a:rPr>
              <a:t>artment </a:t>
            </a:r>
            <a:r>
              <a:rPr lang="en-US" sz="3200" noProof="1" smtClean="0">
                <a:solidFill>
                  <a:schemeClr val="lt1"/>
                </a:solidFill>
                <a:latin typeface="Times New Roman"/>
                <a:ea typeface="Times New Roman"/>
                <a:cs typeface="Times New Roman"/>
                <a:sym typeface="Times New Roman"/>
              </a:rPr>
              <a:t>of Computer Science &amp; Engineering,</a:t>
            </a:r>
          </a:p>
          <a:p>
            <a:pPr marL="0" marR="0" lvl="0" indent="0" algn="r" rtl="0">
              <a:spcBef>
                <a:spcPts val="0"/>
              </a:spcBef>
              <a:spcAft>
                <a:spcPts val="0"/>
              </a:spcAft>
              <a:buNone/>
            </a:pPr>
            <a:r>
              <a:rPr lang="en-US" sz="3200" noProof="1" smtClean="0">
                <a:solidFill>
                  <a:schemeClr val="lt1"/>
                </a:solidFill>
                <a:latin typeface="Times New Roman"/>
                <a:ea typeface="Times New Roman"/>
                <a:cs typeface="Times New Roman"/>
                <a:sym typeface="Times New Roman"/>
              </a:rPr>
              <a:t>Jahangirnagar </a:t>
            </a:r>
            <a:r>
              <a:rPr lang="en-US" sz="3200" noProof="1" smtClean="0">
                <a:solidFill>
                  <a:schemeClr val="lt1"/>
                </a:solidFill>
                <a:latin typeface="Times New Roman"/>
                <a:ea typeface="Times New Roman"/>
                <a:cs typeface="Times New Roman"/>
                <a:sym typeface="Times New Roman"/>
              </a:rPr>
              <a:t>University</a:t>
            </a:r>
            <a:endParaRPr lang="en-US" noProof="1"/>
          </a:p>
        </p:txBody>
      </p:sp>
    </p:spTree>
    <p:extLst>
      <p:ext uri="{BB962C8B-B14F-4D97-AF65-F5344CB8AC3E}">
        <p14:creationId xmlns:p14="http://schemas.microsoft.com/office/powerpoint/2010/main" val="21238522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493</TotalTime>
  <Words>1476</Words>
  <Application>Microsoft Office PowerPoint</Application>
  <PresentationFormat>Custom</PresentationFormat>
  <Paragraphs>108</Paragraphs>
  <Slides>2</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8" baseType="lpstr">
      <vt:lpstr>Arial</vt:lpstr>
      <vt:lpstr>Calibri</vt:lpstr>
      <vt:lpstr>Cambria Math</vt:lpstr>
      <vt:lpstr>Times New Roman</vt:lpstr>
      <vt:lpstr>Office Theme</vt:lpstr>
      <vt:lpstr>Equation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Amit Azim Amit</dc:creator>
  <cp:lastModifiedBy>ASUS</cp:lastModifiedBy>
  <cp:revision>48</cp:revision>
  <dcterms:created xsi:type="dcterms:W3CDTF">2023-02-11T11:21:10Z</dcterms:created>
  <dcterms:modified xsi:type="dcterms:W3CDTF">2025-01-17T12:30:27Z</dcterms:modified>
</cp:coreProperties>
</file>