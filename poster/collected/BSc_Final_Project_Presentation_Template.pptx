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DD1852-96D7-66B1-C545-737B2DAECD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F4AF2-AB61-C0A9-8A0F-0297E1B402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94F35-4D5D-4FBB-A5B3-A7DC4EC8D8B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9A9F9-F10B-F6B6-DDC1-490E41F80C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339B9-3578-F006-0570-FD8897E63C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1745A-8FE1-442A-AACA-F4BE80481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8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68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group members, supervisor, and department. Keep it within 20–25 seconds.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presentation rule and time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quick roadmap. Do not explain each item in detail.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simple language and connect the project to a real-life problem.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motivation specific and measurable.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should match methodology, results,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full table. Focus on methods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show how your project is different from existing work.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ethical issues, consent, preprocessing, and data source if relevant.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complete pipeline from input to output.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algorithm logic, not every line of code.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implementation environment and reproducibility details.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results with basic data statistics.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meaning of each metric clearly.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graph and highlight the strongest result.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baseline or related papers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 example to make the result understandable to the audience.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project presentation should honestly discuss errors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conclusion to the objectives.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whether the work has been submitted to a journal or conference.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backup slides only during question-and-answer session.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4D96-BF3C-FDDB-4028-8A5A238C8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3D26A-BEDF-A229-94F1-C35C126C0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957E7-B344-BFFA-1995-AAEC4BD1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92B16-96D7-47ED-A663-DF2398457B74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776AD-A53A-DD42-70FF-66E85F27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F93F1-5967-C7B0-CF1B-FE0B4320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1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C2C1-E27D-10A7-9971-7C419E0E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F336-5FFA-319B-2B3F-1FD0CBF4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62E14-3B38-8C3C-34AB-0377168E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3CCA-4C0A-4676-AFAF-D8C47D9BD495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0727F-380A-94FB-8373-FBA12BA2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D21CA-72E2-C7DD-0D0A-DC0C52EA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6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D13B-DF82-6505-EC04-EEAA1B21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A51FF-5674-ABFF-C3DC-92FBA9C5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F0A6-504A-CADB-B26B-A8BE68B1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A8875-1360-4DAD-9091-0E7B2D0F603A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05C99-04F5-983F-69B8-E3ACACDD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9C33B-AE11-5A66-99F7-D72AC21E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9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E1F3-447C-D86B-8DD8-AE2A81AC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9D01-A2EE-548F-BF11-E7C531B0B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7714A-1CEC-DDF4-D0E3-301E985ED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E73AC-8CC5-A585-0A08-4A3DF578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C3047-BF62-4834-A173-C839320B8786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AFCEF-9704-CD4C-1081-5BEE485E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0489F-F1A5-772F-3C19-4F616D59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2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1074-EB3D-179A-E55F-DB6BF5D2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D2B90-5D0B-98E4-086E-F8BC00196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C4505-0B85-386F-BC44-063B1CA47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9AFE8-94AD-B08B-CE8B-FCA03582E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ADDD3-A7CC-92A8-56BE-D3EE91775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47792-B9B0-02C7-21B0-0A8E4867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A5E2C-1E97-4327-9C4C-2A9A3A73D77F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4DCB6-C332-1206-6FC4-2FFC559E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4D5BE-BC8C-BC67-0DD7-FE50957E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5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DF5E-1B9A-4316-2A50-90E9695A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435A6-4CD7-0C8F-7D94-5C18AD4E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533B6-0ACD-4CB4-9E14-1301699B40D9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9AE0E-BF5B-CA0B-308E-F9D545E56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64707-E83D-7D97-B3FB-C5B97C69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5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6AC1A-168C-5ECC-64C5-239D0024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E040-0C07-4C2A-B35D-465AA7D6DB06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F96C6-D994-C65B-49D6-DDA6E63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63A6E-7165-506A-FF0B-2A56C9AD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4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FDA9-EA0D-0A37-0B0F-070A5D92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0D0D-AFE4-2E0A-F7E1-979FD045C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A3EC6-1B1A-2B5B-1E51-6CF3C1FE5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6C2AE-97DB-112E-CC3E-A6E07F30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61F1-ADE4-496D-9C5B-18A213C7CE34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D2961-1601-6F40-8EDD-70FE2521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9A1EF-F754-3F5D-5C97-0DC77C66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2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C768-E95A-5CB5-411F-1F67DA05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A0E7F-CEDE-3588-0DE4-71EB33BED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3A60A-9E25-DDE9-3541-710416F93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74EFE-F4A1-6152-8A07-0215AD2F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E411-A8C2-4702-BDF5-CF5F0015EA4F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97DF2-B81B-6C36-8601-B17A5C22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51C99-0B3E-637A-E9E7-236BAB49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9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6A07-262D-BEB0-56CF-F4383458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17CAB-8243-F098-9291-3921279AF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0886-D9BB-0315-4E89-BE361AF2D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F1408-7744-4B57-BD80-B3F27E8B4EA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47121-5199-CD57-EC3A-DCBA864C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E3EC0-87E9-F12A-0EBE-7E6D7C49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B5400-35FA-BF40-E68A-030FB0782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C2A73-116E-1619-63A1-B07CF4747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62F3-627E-B6B9-046C-077300B1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267B-967D-4FAA-824D-512A412801C7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2CD4-827C-AB76-D6EC-68243BD2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CBF58-6CAC-2229-2CB0-CC4EC435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F1C3-668B-26CE-2B43-2C4F8A85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ADE48-B727-9887-BAE0-EAF35AA5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F062B-DBFE-4521-9E12-485C527C2C9B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6C7B9-2086-A53D-E361-24E961C4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753C9-70E6-28F8-9196-E41A0B8B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21F07-1347-419C-9259-8699A117A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9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30897-D24E-86C6-EBC8-DFBA658B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29204-77D5-9B6F-086D-89B1FC5E5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DE2A7-0645-DBF9-961E-E8531CDDD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DF31A-9A20-4DD9-9A11-DF904937D758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16875-09A1-FED7-F74E-C1F5045BE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Project Title ....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7EE1-CE8F-6A91-3122-2C0CCB4A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41F7D-50C9-4373-9F2A-F86B8691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4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14173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Final Project Presentation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8B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Title Goes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81381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Name(s): [Name, ID]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[University Name]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5623560"/>
            <a:ext cx="384048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646A5EB-699A-432C-F9D4-7C033149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Guideline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4980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Heading: 28 pt, bold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Body text: 24 pt, non-bold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Maximum slides: 22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Recommended presentation time: 10 minutes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figures, charts, tables, and citations where necessary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49640" y="1325880"/>
            <a:ext cx="2834640" cy="37490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Plan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to Methodology: 4 min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Results: 4 min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Q/A: 2 min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61F632-51F6-5B01-DE9D-FF5899DC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Background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Motivation and problem statement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Research objectives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Literature review and research gap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Methodology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and discussion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Conclusion and future work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Publication / submission status and references</a:t>
            </a:r>
            <a:endParaRPr lang="en-US" sz="24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87A24-A204-7A52-9DA7-6A6F3A2E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60350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Briefly introduce the research area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real-world context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Mention why the topic is important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key terms used in the project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0" y="1234440"/>
            <a:ext cx="4297680" cy="438912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relevant figure, dataset example, system snapshot, or conceptual diagram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93E2B4-9D0B-73CE-63CA-6D2A228D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760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practical problem does the project solve?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faces this problem?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the existing solution not enough?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problem clearly in one or two sentences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03720" y="1234440"/>
            <a:ext cx="4480560" cy="4343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Illustration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Issue → Need for Solution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099110-606D-E195-AB4D-172B3F9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49808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 objective: [write one broad objective]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Specific objective 1: [write measurable objective]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Specific objective 2: [write measurable objective]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Specific objective 3: [write measurable objective]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41080" y="1325880"/>
            <a:ext cx="274320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System / Application / Framework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B4C6D2-70CD-1790-A5EA-94B27B58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Literature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96012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maximum four highly relevant papers.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286000" cy="804672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2834640" cy="804672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2834640" cy="804672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49640" y="1417320"/>
            <a:ext cx="3063240" cy="804672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221992"/>
            <a:ext cx="228600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Author, Year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80360" y="2221992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15000" y="2221992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/ sample size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49640" y="2221992"/>
            <a:ext cx="30632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3026664"/>
            <a:ext cx="228600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Author, Year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80360" y="3026664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15000" y="3026664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/ sample size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3026664"/>
            <a:ext cx="30632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3831336"/>
            <a:ext cx="228600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Author, Year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80360" y="3831336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15000" y="3831336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/ sample size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9640" y="3831336"/>
            <a:ext cx="30632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4636008"/>
            <a:ext cx="228600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Author, Year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80360" y="4636008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used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715000" y="4636008"/>
            <a:ext cx="28346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/ sample size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49640" y="4636008"/>
            <a:ext cx="30632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</a:t>
            </a:r>
            <a:endParaRPr lang="en-US" sz="1700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C98501BA-FD12-D0E1-CD49-F29F3783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and Proposed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Research gap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492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Gap 1: [missing feature, limited dataset, low accuracy, lack of automation, etc.]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Gap 2: [weakness of previous approaches]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Gap 3: [scope for improvement]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Proposed contribution: [your project contribution]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35240" y="1325880"/>
            <a:ext cx="3749040" cy="4343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→ Contribution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previous work missed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project adds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5887769-B0CD-F1EC-F2BC-ED7B2C78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Dataset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612648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Dataset source: [primary / secondary / public dataset]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samples: [number]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Features / attributes: [list major features]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variable / output: [class, score, prediction, etc.]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Train–validation–test split: [e.g., 70–15–15]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69480" y="1188720"/>
            <a:ext cx="4160520" cy="46634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Table / Sample Data / Data Collection Image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CD3F0E0-6FFF-2530-1C02-3C3F8F58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Proposed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508760" cy="594360"/>
          </a:xfrm>
          <a:prstGeom prst="rect">
            <a:avLst/>
          </a:prstGeom>
          <a:solidFill>
            <a:srgbClr val="E6F4F4"/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1234440"/>
            <a:ext cx="1920240" cy="594360"/>
          </a:xfrm>
          <a:prstGeom prst="rect">
            <a:avLst/>
          </a:prstGeom>
          <a:solidFill>
            <a:srgbClr val="FFF7DF"/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2011680" cy="594360"/>
          </a:xfrm>
          <a:prstGeom prst="rect">
            <a:avLst/>
          </a:prstGeom>
          <a:solidFill>
            <a:srgbClr val="E6F4F4"/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/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09560" y="1234440"/>
            <a:ext cx="1828800" cy="594360"/>
          </a:xfrm>
          <a:prstGeom prst="rect">
            <a:avLst/>
          </a:prstGeom>
          <a:solidFill>
            <a:srgbClr val="FFF7DF"/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49840" y="1234440"/>
            <a:ext cx="1417320" cy="594360"/>
          </a:xfrm>
          <a:prstGeom prst="rect">
            <a:avLst/>
          </a:prstGeom>
          <a:solidFill>
            <a:srgbClr val="E6F4F4"/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1536192"/>
            <a:ext cx="36576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536192"/>
            <a:ext cx="45720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1536192"/>
            <a:ext cx="45720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84080" y="1536192"/>
            <a:ext cx="32004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2331720"/>
            <a:ext cx="4754880" cy="3291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each block in 1–2 sentences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89320" y="2331720"/>
            <a:ext cx="5577840" cy="3291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final system architecture / model overview diagram</a:t>
            </a:r>
            <a:endParaRPr lang="en-US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19B3ED7-EBBC-22F2-0BBC-6827F37D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Algorithm and Pseudocode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Name: [write algorithm/model name]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48640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 Code Placeholder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Load dataset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Preprocess data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Train / apply algorithm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Evaluate performance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Generate output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29400" y="1600200"/>
            <a:ext cx="45720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parameters: [list]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settings: [epochs / split / threshold]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metrics: [accuracy, F1, RMSE, etc.]</a:t>
            </a:r>
            <a:endParaRPr lang="en-US" sz="24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5AFC66F-A448-5ABF-2E3C-261DB7B4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640080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Programming language: [Python / Java / PHP / etc.]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Framework / library: [TensorFlow, PyTorch, Laravel, etc.]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Hardware / environment: [CPU, GPU, RAM, OS]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Database / tools: [MySQL, Firebase, etc.]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protocol: [cross-validation / test set]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43800" y="1325880"/>
            <a:ext cx="374904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/ System Screenshot / Architecture Snapshot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E444AF-B8B5-819C-6253-49BA8047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Dataset and Preprocessing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544068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data summary table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class distribution, missing values, split size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92240" y="1188720"/>
            <a:ext cx="4983480" cy="44348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dataset distribution graph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3345A77-0A8F-B21F-7660-3EFB2FC4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Evaluation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56692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 1: [Accuracy / Precision / Recall / F1]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 2: [Loss / RMSE / MAE / AUC]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 3: [Processing time / user satisfaction / usability]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why these metrics are suitable for this project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12280" y="1417320"/>
            <a:ext cx="438912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/ Metric Definition Box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83C46C-276C-DDBD-7812-C4B05F17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Main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40080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main result graph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43800" y="1234440"/>
            <a:ext cx="37490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result: [value]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Baseline result: [value]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Improvement: [value or percentage]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Interpretation: [what the result means]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2F434E-7E37-5956-E9C2-90DD92E5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Comparative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011680" cy="685800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97480" y="1143000"/>
            <a:ext cx="1463040" cy="685800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60520" y="1143000"/>
            <a:ext cx="1463040" cy="685800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1143000"/>
            <a:ext cx="1828800" cy="685800"/>
          </a:xfrm>
          <a:prstGeom prst="rect">
            <a:avLst/>
          </a:prstGeom>
          <a:solidFill>
            <a:srgbClr val="12355B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Remarks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Method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60520" y="18288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828800"/>
            <a:ext cx="18288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Method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25146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60520" y="25146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23560" y="2514600"/>
            <a:ext cx="18288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Method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97480" y="32004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3200400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3200400"/>
            <a:ext cx="18288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840" y="1234440"/>
            <a:ext cx="3474720" cy="310896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comparison chart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Interpretation: [write one clear statement about why your proposed work performs better or differently]</a:t>
            </a:r>
            <a:endParaRPr lang="en-US" sz="2400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3431670-D018-D379-79A4-077079B0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Sample Output / Case Study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24612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Example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324612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/ Model Processing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83880" y="1234440"/>
            <a:ext cx="324612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</a:t>
            </a:r>
            <a:endParaRPr lang="en-US" sz="240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058AB6-0E29-5FA3-F518-B49E6CA5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Discussion and Error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58368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Major findings from the experiment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Cases where the system performed well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Cases where the system failed or gave weak output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Possible reasons behind the errors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can be improved in future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80960" y="1280160"/>
            <a:ext cx="3749040" cy="448056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Example / Confusion Matrix / Error Table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B3DEFD-3B6D-4E49-9423-E2635ADA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58368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Conclusion 1: [main achievement]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Conclusion 2: [performance / usability / contribution]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Limitation: [current limitation]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Future work 1: [improvement plan]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Future work 2: [extension plan]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26680" y="1417320"/>
            <a:ext cx="3657600" cy="42062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strong message about the project</a:t>
            </a:r>
            <a:endParaRPr lang="en-US" sz="2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F772C58-A491-BFB4-BD74-3D5D0CC8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Publication Status and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References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566928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Submission status: [submitted / under review / Accepted]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Journal or conference name: [write name]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[submission ID / date / screenshot in report / Screenshot]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 style: IEEE / APA / department format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20840" y="1051560"/>
            <a:ext cx="461772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Author, “Paper title,” Journal/Conference, Year.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Author, “Paper title,” Journal/Conference, Year.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Author, “Paper title,” Journal/Conference, Year.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Author, “Paper title,” Journal/Conference, Year.</a:t>
            </a:r>
            <a:endParaRPr lang="en-US" sz="18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4EA3DA3-09C2-49A5-4CBD-31A684D7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Slide: Additional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201400" cy="0"/>
          </a:xfrm>
          <a:prstGeom prst="line">
            <a:avLst/>
          </a:prstGeom>
          <a:noFill/>
          <a:ln w="1778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10607040" cy="448056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extra tables, screenshots, detailed equations, or extended results here for Q/A only.</a:t>
            </a:r>
            <a:endParaRPr lang="en-US" sz="24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3D519-4681-FE35-F622-CE794E13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Title ....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1417</Words>
  <Application>Microsoft Office PowerPoint</Application>
  <PresentationFormat>Widescreen</PresentationFormat>
  <Paragraphs>254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Consolas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BSc Final Project Presentation Template</dc:title>
  <dc:subject>BSc Final Project Presentation Template</dc:subject>
  <dc:creator>OpenAI</dc:creator>
  <cp:lastModifiedBy>J U</cp:lastModifiedBy>
  <cp:revision>2</cp:revision>
  <dcterms:created xsi:type="dcterms:W3CDTF">2026-07-14T12:42:51Z</dcterms:created>
  <dcterms:modified xsi:type="dcterms:W3CDTF">2026-07-14T13:01:27Z</dcterms:modified>
</cp:coreProperties>
</file>